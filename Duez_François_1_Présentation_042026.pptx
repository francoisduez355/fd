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300" r:id="rId15"/>
    <p:sldId id="301" r:id="rId16"/>
    <p:sldId id="302" r:id="rId17"/>
    <p:sldId id="303" r:id="rId18"/>
    <p:sldId id="304" r:id="rId19"/>
    <p:sldId id="270" r:id="rId20"/>
    <p:sldId id="271" r:id="rId21"/>
    <p:sldId id="297" r:id="rId22"/>
    <p:sldId id="298" r:id="rId23"/>
    <p:sldId id="299" r:id="rId24"/>
  </p:sldIdLst>
  <p:sldSz cx="9144000" cy="5143500" type="screen16x9"/>
  <p:notesSz cx="6858000" cy="9144000"/>
  <p:embeddedFontLst>
    <p:embeddedFont>
      <p:font typeface="Dosis" pitchFamily="2" charset="0"/>
      <p:regular r:id="rId26"/>
      <p:bold r:id="rId27"/>
    </p:embeddedFont>
    <p:embeddedFont>
      <p:font typeface="Montserrat" panose="00000500000000000000" pitchFamily="2" charset="0"/>
      <p:regular r:id="rId28"/>
      <p:bold r:id="rId29"/>
      <p:italic r:id="rId30"/>
      <p:boldItalic r:id="rId31"/>
    </p:embeddedFont>
    <p:embeddedFont>
      <p:font typeface="Space Grotesk" panose="020B0604020202020204" charset="0"/>
      <p:regular r:id="rId32"/>
      <p:bold r:id="rId33"/>
    </p:embeddedFont>
    <p:embeddedFont>
      <p:font typeface="Space Grotesk Light" panose="020B0604020202020204" charset="0"/>
      <p:regular r:id="rId34"/>
      <p:bold r:id="rId35"/>
    </p:embeddedFont>
    <p:embeddedFont>
      <p:font typeface="Space Grotesk Medium" panose="020B0604020202020204" charset="0"/>
      <p:regular r:id="rId36"/>
      <p:bold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5" roundtripDataSignature="AMtx7mjdhnSw0mXkQg9u0bc1nEdsQBft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0272DF2-5866-4BD9-90D9-472611E76D45}">
  <a:tblStyle styleId="{40272DF2-5866-4BD9-90D9-472611E76D4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10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65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6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ocuments\Boulot\Data%20Analyst\Formation%20OpenClassrooms\Projet10_AnalyseDemandeBusiness\Donn&#233;es\VideoGame_Sales_1980-2016.xlsb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iocn\AppData\Roaming\Microsoft\Excel\Jeux%20vid&#233;os_Sondage%20(r&#233;ponses)%20(version%201).xlsb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[VideoGame_Sales_1980-2016.xlsb]VentesParGenre!Tableau croisé dynamique3</c:name>
    <c:fmtId val="6"/>
  </c:pivotSource>
  <c:chart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VentesParGenre!$C$20:$C$21</c:f>
              <c:strCache>
                <c:ptCount val="1"/>
                <c:pt idx="0">
                  <c:v>Action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VentesParGenre!$B$22:$B$59</c:f>
              <c:strCache>
                <c:ptCount val="37"/>
                <c:pt idx="0">
                  <c:v>1980</c:v>
                </c:pt>
                <c:pt idx="1">
                  <c:v>1981</c:v>
                </c:pt>
                <c:pt idx="2">
                  <c:v>1982</c:v>
                </c:pt>
                <c:pt idx="3">
                  <c:v>1983</c:v>
                </c:pt>
                <c:pt idx="4">
                  <c:v>1984</c:v>
                </c:pt>
                <c:pt idx="5">
                  <c:v>1985</c:v>
                </c:pt>
                <c:pt idx="6">
                  <c:v>1986</c:v>
                </c:pt>
                <c:pt idx="7">
                  <c:v>1987</c:v>
                </c:pt>
                <c:pt idx="8">
                  <c:v>1988</c:v>
                </c:pt>
                <c:pt idx="9">
                  <c:v>1989</c:v>
                </c:pt>
                <c:pt idx="10">
                  <c:v>1990</c:v>
                </c:pt>
                <c:pt idx="11">
                  <c:v>1991</c:v>
                </c:pt>
                <c:pt idx="12">
                  <c:v>1992</c:v>
                </c:pt>
                <c:pt idx="13">
                  <c:v>1993</c:v>
                </c:pt>
                <c:pt idx="14">
                  <c:v>1994</c:v>
                </c:pt>
                <c:pt idx="15">
                  <c:v>1995</c:v>
                </c:pt>
                <c:pt idx="16">
                  <c:v>1996</c:v>
                </c:pt>
                <c:pt idx="17">
                  <c:v>1997</c:v>
                </c:pt>
                <c:pt idx="18">
                  <c:v>1998</c:v>
                </c:pt>
                <c:pt idx="19">
                  <c:v>1999</c:v>
                </c:pt>
                <c:pt idx="20">
                  <c:v>2000</c:v>
                </c:pt>
                <c:pt idx="21">
                  <c:v>2001</c:v>
                </c:pt>
                <c:pt idx="22">
                  <c:v>2002</c:v>
                </c:pt>
                <c:pt idx="23">
                  <c:v>2003</c:v>
                </c:pt>
                <c:pt idx="24">
                  <c:v>2004</c:v>
                </c:pt>
                <c:pt idx="25">
                  <c:v>2005</c:v>
                </c:pt>
                <c:pt idx="26">
                  <c:v>2006</c:v>
                </c:pt>
                <c:pt idx="27">
                  <c:v>2007</c:v>
                </c:pt>
                <c:pt idx="28">
                  <c:v>2008</c:v>
                </c:pt>
                <c:pt idx="29">
                  <c:v>2009</c:v>
                </c:pt>
                <c:pt idx="30">
                  <c:v>2010</c:v>
                </c:pt>
                <c:pt idx="31">
                  <c:v>2011</c:v>
                </c:pt>
                <c:pt idx="32">
                  <c:v>2012</c:v>
                </c:pt>
                <c:pt idx="33">
                  <c:v>2013</c:v>
                </c:pt>
                <c:pt idx="34">
                  <c:v>2014</c:v>
                </c:pt>
                <c:pt idx="35">
                  <c:v>2015</c:v>
                </c:pt>
                <c:pt idx="36">
                  <c:v>2016</c:v>
                </c:pt>
              </c:strCache>
            </c:strRef>
          </c:cat>
          <c:val>
            <c:numRef>
              <c:f>VentesParGenre!$C$22:$C$59</c:f>
              <c:numCache>
                <c:formatCode>General</c:formatCode>
                <c:ptCount val="37"/>
                <c:pt idx="0">
                  <c:v>0.34</c:v>
                </c:pt>
                <c:pt idx="1">
                  <c:v>14.84</c:v>
                </c:pt>
                <c:pt idx="2">
                  <c:v>6.52</c:v>
                </c:pt>
                <c:pt idx="3">
                  <c:v>2.86</c:v>
                </c:pt>
                <c:pt idx="4">
                  <c:v>1.85</c:v>
                </c:pt>
                <c:pt idx="5">
                  <c:v>3.52</c:v>
                </c:pt>
                <c:pt idx="6">
                  <c:v>13.740000000000002</c:v>
                </c:pt>
                <c:pt idx="7">
                  <c:v>1.1200000000000001</c:v>
                </c:pt>
                <c:pt idx="8">
                  <c:v>1.75</c:v>
                </c:pt>
                <c:pt idx="9">
                  <c:v>4.6399999999999997</c:v>
                </c:pt>
                <c:pt idx="10">
                  <c:v>6.3900000000000006</c:v>
                </c:pt>
                <c:pt idx="11">
                  <c:v>6.76</c:v>
                </c:pt>
                <c:pt idx="12">
                  <c:v>3.83</c:v>
                </c:pt>
                <c:pt idx="13">
                  <c:v>1.81</c:v>
                </c:pt>
                <c:pt idx="14">
                  <c:v>1.55</c:v>
                </c:pt>
                <c:pt idx="15">
                  <c:v>3.5700000000000007</c:v>
                </c:pt>
                <c:pt idx="16">
                  <c:v>20.580000000000005</c:v>
                </c:pt>
                <c:pt idx="17">
                  <c:v>27.58</c:v>
                </c:pt>
                <c:pt idx="18">
                  <c:v>39.440000000000005</c:v>
                </c:pt>
                <c:pt idx="19">
                  <c:v>27.779999999999983</c:v>
                </c:pt>
                <c:pt idx="20">
                  <c:v>34.04</c:v>
                </c:pt>
                <c:pt idx="21">
                  <c:v>59.390000000000015</c:v>
                </c:pt>
                <c:pt idx="22">
                  <c:v>86.769999999999925</c:v>
                </c:pt>
                <c:pt idx="23">
                  <c:v>67.929999999999964</c:v>
                </c:pt>
                <c:pt idx="24">
                  <c:v>76.260000000000019</c:v>
                </c:pt>
                <c:pt idx="25">
                  <c:v>85.690000000000069</c:v>
                </c:pt>
                <c:pt idx="26">
                  <c:v>66.579999999999984</c:v>
                </c:pt>
                <c:pt idx="27">
                  <c:v>106.49999999999999</c:v>
                </c:pt>
                <c:pt idx="28">
                  <c:v>136.39000000000004</c:v>
                </c:pt>
                <c:pt idx="29">
                  <c:v>139.36000000000013</c:v>
                </c:pt>
                <c:pt idx="30">
                  <c:v>117.64000000000004</c:v>
                </c:pt>
                <c:pt idx="31">
                  <c:v>118.96000000000004</c:v>
                </c:pt>
                <c:pt idx="32">
                  <c:v>121.97999999999989</c:v>
                </c:pt>
                <c:pt idx="33">
                  <c:v>125.21999999999998</c:v>
                </c:pt>
                <c:pt idx="34">
                  <c:v>98.810000000000059</c:v>
                </c:pt>
                <c:pt idx="35">
                  <c:v>70.7</c:v>
                </c:pt>
                <c:pt idx="36">
                  <c:v>19.910000000000004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1E7-4D84-A8E2-6B4B02455309}"/>
            </c:ext>
          </c:extLst>
        </c:ser>
        <c:ser>
          <c:idx val="1"/>
          <c:order val="1"/>
          <c:tx>
            <c:strRef>
              <c:f>VentesParGenre!$D$20:$D$21</c:f>
              <c:strCache>
                <c:ptCount val="1"/>
                <c:pt idx="0">
                  <c:v>Adventure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strRef>
              <c:f>VentesParGenre!$B$22:$B$59</c:f>
              <c:strCache>
                <c:ptCount val="37"/>
                <c:pt idx="0">
                  <c:v>1980</c:v>
                </c:pt>
                <c:pt idx="1">
                  <c:v>1981</c:v>
                </c:pt>
                <c:pt idx="2">
                  <c:v>1982</c:v>
                </c:pt>
                <c:pt idx="3">
                  <c:v>1983</c:v>
                </c:pt>
                <c:pt idx="4">
                  <c:v>1984</c:v>
                </c:pt>
                <c:pt idx="5">
                  <c:v>1985</c:v>
                </c:pt>
                <c:pt idx="6">
                  <c:v>1986</c:v>
                </c:pt>
                <c:pt idx="7">
                  <c:v>1987</c:v>
                </c:pt>
                <c:pt idx="8">
                  <c:v>1988</c:v>
                </c:pt>
                <c:pt idx="9">
                  <c:v>1989</c:v>
                </c:pt>
                <c:pt idx="10">
                  <c:v>1990</c:v>
                </c:pt>
                <c:pt idx="11">
                  <c:v>1991</c:v>
                </c:pt>
                <c:pt idx="12">
                  <c:v>1992</c:v>
                </c:pt>
                <c:pt idx="13">
                  <c:v>1993</c:v>
                </c:pt>
                <c:pt idx="14">
                  <c:v>1994</c:v>
                </c:pt>
                <c:pt idx="15">
                  <c:v>1995</c:v>
                </c:pt>
                <c:pt idx="16">
                  <c:v>1996</c:v>
                </c:pt>
                <c:pt idx="17">
                  <c:v>1997</c:v>
                </c:pt>
                <c:pt idx="18">
                  <c:v>1998</c:v>
                </c:pt>
                <c:pt idx="19">
                  <c:v>1999</c:v>
                </c:pt>
                <c:pt idx="20">
                  <c:v>2000</c:v>
                </c:pt>
                <c:pt idx="21">
                  <c:v>2001</c:v>
                </c:pt>
                <c:pt idx="22">
                  <c:v>2002</c:v>
                </c:pt>
                <c:pt idx="23">
                  <c:v>2003</c:v>
                </c:pt>
                <c:pt idx="24">
                  <c:v>2004</c:v>
                </c:pt>
                <c:pt idx="25">
                  <c:v>2005</c:v>
                </c:pt>
                <c:pt idx="26">
                  <c:v>2006</c:v>
                </c:pt>
                <c:pt idx="27">
                  <c:v>2007</c:v>
                </c:pt>
                <c:pt idx="28">
                  <c:v>2008</c:v>
                </c:pt>
                <c:pt idx="29">
                  <c:v>2009</c:v>
                </c:pt>
                <c:pt idx="30">
                  <c:v>2010</c:v>
                </c:pt>
                <c:pt idx="31">
                  <c:v>2011</c:v>
                </c:pt>
                <c:pt idx="32">
                  <c:v>2012</c:v>
                </c:pt>
                <c:pt idx="33">
                  <c:v>2013</c:v>
                </c:pt>
                <c:pt idx="34">
                  <c:v>2014</c:v>
                </c:pt>
                <c:pt idx="35">
                  <c:v>2015</c:v>
                </c:pt>
                <c:pt idx="36">
                  <c:v>2016</c:v>
                </c:pt>
              </c:strCache>
            </c:strRef>
          </c:cat>
          <c:val>
            <c:numRef>
              <c:f>VentesParGenre!$D$22:$D$59</c:f>
              <c:numCache>
                <c:formatCode>General</c:formatCode>
                <c:ptCount val="37"/>
                <c:pt idx="3">
                  <c:v>0.4</c:v>
                </c:pt>
                <c:pt idx="7">
                  <c:v>4.38</c:v>
                </c:pt>
                <c:pt idx="11">
                  <c:v>2.2400000000000002</c:v>
                </c:pt>
                <c:pt idx="12">
                  <c:v>12.239999999999998</c:v>
                </c:pt>
                <c:pt idx="13">
                  <c:v>7.0000000000000007E-2</c:v>
                </c:pt>
                <c:pt idx="14">
                  <c:v>3.74</c:v>
                </c:pt>
                <c:pt idx="15">
                  <c:v>0.57999999999999996</c:v>
                </c:pt>
                <c:pt idx="16">
                  <c:v>4.1900000000000004</c:v>
                </c:pt>
                <c:pt idx="17">
                  <c:v>4.9600000000000009</c:v>
                </c:pt>
                <c:pt idx="18">
                  <c:v>9.0500000000000007</c:v>
                </c:pt>
                <c:pt idx="19">
                  <c:v>7.6</c:v>
                </c:pt>
                <c:pt idx="20">
                  <c:v>2.98</c:v>
                </c:pt>
                <c:pt idx="21">
                  <c:v>9.1199999999999992</c:v>
                </c:pt>
                <c:pt idx="22">
                  <c:v>11.049999999999999</c:v>
                </c:pt>
                <c:pt idx="23">
                  <c:v>2.14</c:v>
                </c:pt>
                <c:pt idx="24">
                  <c:v>8.7000000000000011</c:v>
                </c:pt>
                <c:pt idx="25">
                  <c:v>8.5299999999999994</c:v>
                </c:pt>
                <c:pt idx="26">
                  <c:v>11.47</c:v>
                </c:pt>
                <c:pt idx="27">
                  <c:v>24.46</c:v>
                </c:pt>
                <c:pt idx="28">
                  <c:v>25.02</c:v>
                </c:pt>
                <c:pt idx="29">
                  <c:v>20.579999999999995</c:v>
                </c:pt>
                <c:pt idx="30">
                  <c:v>16.519999999999996</c:v>
                </c:pt>
                <c:pt idx="31">
                  <c:v>15.669999999999991</c:v>
                </c:pt>
                <c:pt idx="32">
                  <c:v>5.7600000000000007</c:v>
                </c:pt>
                <c:pt idx="33">
                  <c:v>6.3199999999999976</c:v>
                </c:pt>
                <c:pt idx="34">
                  <c:v>6.0300000000000011</c:v>
                </c:pt>
                <c:pt idx="35">
                  <c:v>7.8299999999999965</c:v>
                </c:pt>
                <c:pt idx="36">
                  <c:v>1.81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1E7-4D84-A8E2-6B4B02455309}"/>
            </c:ext>
          </c:extLst>
        </c:ser>
        <c:ser>
          <c:idx val="2"/>
          <c:order val="2"/>
          <c:tx>
            <c:strRef>
              <c:f>VentesParGenre!$E$20:$E$21</c:f>
              <c:strCache>
                <c:ptCount val="1"/>
                <c:pt idx="0">
                  <c:v>Puzzle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strRef>
              <c:f>VentesParGenre!$B$22:$B$59</c:f>
              <c:strCache>
                <c:ptCount val="37"/>
                <c:pt idx="0">
                  <c:v>1980</c:v>
                </c:pt>
                <c:pt idx="1">
                  <c:v>1981</c:v>
                </c:pt>
                <c:pt idx="2">
                  <c:v>1982</c:v>
                </c:pt>
                <c:pt idx="3">
                  <c:v>1983</c:v>
                </c:pt>
                <c:pt idx="4">
                  <c:v>1984</c:v>
                </c:pt>
                <c:pt idx="5">
                  <c:v>1985</c:v>
                </c:pt>
                <c:pt idx="6">
                  <c:v>1986</c:v>
                </c:pt>
                <c:pt idx="7">
                  <c:v>1987</c:v>
                </c:pt>
                <c:pt idx="8">
                  <c:v>1988</c:v>
                </c:pt>
                <c:pt idx="9">
                  <c:v>1989</c:v>
                </c:pt>
                <c:pt idx="10">
                  <c:v>1990</c:v>
                </c:pt>
                <c:pt idx="11">
                  <c:v>1991</c:v>
                </c:pt>
                <c:pt idx="12">
                  <c:v>1992</c:v>
                </c:pt>
                <c:pt idx="13">
                  <c:v>1993</c:v>
                </c:pt>
                <c:pt idx="14">
                  <c:v>1994</c:v>
                </c:pt>
                <c:pt idx="15">
                  <c:v>1995</c:v>
                </c:pt>
                <c:pt idx="16">
                  <c:v>1996</c:v>
                </c:pt>
                <c:pt idx="17">
                  <c:v>1997</c:v>
                </c:pt>
                <c:pt idx="18">
                  <c:v>1998</c:v>
                </c:pt>
                <c:pt idx="19">
                  <c:v>1999</c:v>
                </c:pt>
                <c:pt idx="20">
                  <c:v>2000</c:v>
                </c:pt>
                <c:pt idx="21">
                  <c:v>2001</c:v>
                </c:pt>
                <c:pt idx="22">
                  <c:v>2002</c:v>
                </c:pt>
                <c:pt idx="23">
                  <c:v>2003</c:v>
                </c:pt>
                <c:pt idx="24">
                  <c:v>2004</c:v>
                </c:pt>
                <c:pt idx="25">
                  <c:v>2005</c:v>
                </c:pt>
                <c:pt idx="26">
                  <c:v>2006</c:v>
                </c:pt>
                <c:pt idx="27">
                  <c:v>2007</c:v>
                </c:pt>
                <c:pt idx="28">
                  <c:v>2008</c:v>
                </c:pt>
                <c:pt idx="29">
                  <c:v>2009</c:v>
                </c:pt>
                <c:pt idx="30">
                  <c:v>2010</c:v>
                </c:pt>
                <c:pt idx="31">
                  <c:v>2011</c:v>
                </c:pt>
                <c:pt idx="32">
                  <c:v>2012</c:v>
                </c:pt>
                <c:pt idx="33">
                  <c:v>2013</c:v>
                </c:pt>
                <c:pt idx="34">
                  <c:v>2014</c:v>
                </c:pt>
                <c:pt idx="35">
                  <c:v>2015</c:v>
                </c:pt>
                <c:pt idx="36">
                  <c:v>2016</c:v>
                </c:pt>
              </c:strCache>
            </c:strRef>
          </c:cat>
          <c:val>
            <c:numRef>
              <c:f>VentesParGenre!$E$22:$E$59</c:f>
              <c:numCache>
                <c:formatCode>General</c:formatCode>
                <c:ptCount val="37"/>
                <c:pt idx="1">
                  <c:v>2.2399999999999998</c:v>
                </c:pt>
                <c:pt idx="2">
                  <c:v>10.029999999999999</c:v>
                </c:pt>
                <c:pt idx="3">
                  <c:v>0.78</c:v>
                </c:pt>
                <c:pt idx="4">
                  <c:v>3.14</c:v>
                </c:pt>
                <c:pt idx="5">
                  <c:v>3.2100000000000004</c:v>
                </c:pt>
                <c:pt idx="8">
                  <c:v>5.58</c:v>
                </c:pt>
                <c:pt idx="9">
                  <c:v>37.75</c:v>
                </c:pt>
                <c:pt idx="10">
                  <c:v>6</c:v>
                </c:pt>
                <c:pt idx="11">
                  <c:v>3.2399999999999998</c:v>
                </c:pt>
                <c:pt idx="12">
                  <c:v>4.8400000000000007</c:v>
                </c:pt>
                <c:pt idx="13">
                  <c:v>3.17</c:v>
                </c:pt>
                <c:pt idx="14">
                  <c:v>1.53</c:v>
                </c:pt>
                <c:pt idx="15">
                  <c:v>2.7099999999999995</c:v>
                </c:pt>
                <c:pt idx="16">
                  <c:v>3.91</c:v>
                </c:pt>
                <c:pt idx="17">
                  <c:v>5.8900000000000006</c:v>
                </c:pt>
                <c:pt idx="18">
                  <c:v>6.34</c:v>
                </c:pt>
                <c:pt idx="19">
                  <c:v>1.36</c:v>
                </c:pt>
                <c:pt idx="20">
                  <c:v>3.8200000000000003</c:v>
                </c:pt>
                <c:pt idx="21">
                  <c:v>7.9999999999999991</c:v>
                </c:pt>
                <c:pt idx="22">
                  <c:v>5.3399999999999981</c:v>
                </c:pt>
                <c:pt idx="23">
                  <c:v>2.4200000000000004</c:v>
                </c:pt>
                <c:pt idx="24">
                  <c:v>8.4299999999999979</c:v>
                </c:pt>
                <c:pt idx="25">
                  <c:v>20.449999999999996</c:v>
                </c:pt>
                <c:pt idx="26">
                  <c:v>10.899999999999997</c:v>
                </c:pt>
                <c:pt idx="27">
                  <c:v>23.999999999999979</c:v>
                </c:pt>
                <c:pt idx="28">
                  <c:v>15.59</c:v>
                </c:pt>
                <c:pt idx="29">
                  <c:v>20.309999999999999</c:v>
                </c:pt>
                <c:pt idx="30">
                  <c:v>11.179999999999996</c:v>
                </c:pt>
                <c:pt idx="31">
                  <c:v>5.1099999999999985</c:v>
                </c:pt>
                <c:pt idx="32">
                  <c:v>1.76</c:v>
                </c:pt>
                <c:pt idx="33">
                  <c:v>0.99</c:v>
                </c:pt>
                <c:pt idx="34">
                  <c:v>1.5000000000000002</c:v>
                </c:pt>
                <c:pt idx="35">
                  <c:v>0.7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1E7-4D84-A8E2-6B4B02455309}"/>
            </c:ext>
          </c:extLst>
        </c:ser>
        <c:ser>
          <c:idx val="3"/>
          <c:order val="3"/>
          <c:tx>
            <c:strRef>
              <c:f>VentesParGenre!$F$20:$F$21</c:f>
              <c:strCache>
                <c:ptCount val="1"/>
                <c:pt idx="0">
                  <c:v>Strategy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VentesParGenre!$B$22:$B$59</c:f>
              <c:strCache>
                <c:ptCount val="37"/>
                <c:pt idx="0">
                  <c:v>1980</c:v>
                </c:pt>
                <c:pt idx="1">
                  <c:v>1981</c:v>
                </c:pt>
                <c:pt idx="2">
                  <c:v>1982</c:v>
                </c:pt>
                <c:pt idx="3">
                  <c:v>1983</c:v>
                </c:pt>
                <c:pt idx="4">
                  <c:v>1984</c:v>
                </c:pt>
                <c:pt idx="5">
                  <c:v>1985</c:v>
                </c:pt>
                <c:pt idx="6">
                  <c:v>1986</c:v>
                </c:pt>
                <c:pt idx="7">
                  <c:v>1987</c:v>
                </c:pt>
                <c:pt idx="8">
                  <c:v>1988</c:v>
                </c:pt>
                <c:pt idx="9">
                  <c:v>1989</c:v>
                </c:pt>
                <c:pt idx="10">
                  <c:v>1990</c:v>
                </c:pt>
                <c:pt idx="11">
                  <c:v>1991</c:v>
                </c:pt>
                <c:pt idx="12">
                  <c:v>1992</c:v>
                </c:pt>
                <c:pt idx="13">
                  <c:v>1993</c:v>
                </c:pt>
                <c:pt idx="14">
                  <c:v>1994</c:v>
                </c:pt>
                <c:pt idx="15">
                  <c:v>1995</c:v>
                </c:pt>
                <c:pt idx="16">
                  <c:v>1996</c:v>
                </c:pt>
                <c:pt idx="17">
                  <c:v>1997</c:v>
                </c:pt>
                <c:pt idx="18">
                  <c:v>1998</c:v>
                </c:pt>
                <c:pt idx="19">
                  <c:v>1999</c:v>
                </c:pt>
                <c:pt idx="20">
                  <c:v>2000</c:v>
                </c:pt>
                <c:pt idx="21">
                  <c:v>2001</c:v>
                </c:pt>
                <c:pt idx="22">
                  <c:v>2002</c:v>
                </c:pt>
                <c:pt idx="23">
                  <c:v>2003</c:v>
                </c:pt>
                <c:pt idx="24">
                  <c:v>2004</c:v>
                </c:pt>
                <c:pt idx="25">
                  <c:v>2005</c:v>
                </c:pt>
                <c:pt idx="26">
                  <c:v>2006</c:v>
                </c:pt>
                <c:pt idx="27">
                  <c:v>2007</c:v>
                </c:pt>
                <c:pt idx="28">
                  <c:v>2008</c:v>
                </c:pt>
                <c:pt idx="29">
                  <c:v>2009</c:v>
                </c:pt>
                <c:pt idx="30">
                  <c:v>2010</c:v>
                </c:pt>
                <c:pt idx="31">
                  <c:v>2011</c:v>
                </c:pt>
                <c:pt idx="32">
                  <c:v>2012</c:v>
                </c:pt>
                <c:pt idx="33">
                  <c:v>2013</c:v>
                </c:pt>
                <c:pt idx="34">
                  <c:v>2014</c:v>
                </c:pt>
                <c:pt idx="35">
                  <c:v>2015</c:v>
                </c:pt>
                <c:pt idx="36">
                  <c:v>2016</c:v>
                </c:pt>
              </c:strCache>
            </c:strRef>
          </c:cat>
          <c:val>
            <c:numRef>
              <c:f>VentesParGenre!$F$22:$F$59</c:f>
              <c:numCache>
                <c:formatCode>General</c:formatCode>
                <c:ptCount val="37"/>
                <c:pt idx="11">
                  <c:v>0.94</c:v>
                </c:pt>
                <c:pt idx="12">
                  <c:v>0.36</c:v>
                </c:pt>
                <c:pt idx="13">
                  <c:v>0.81</c:v>
                </c:pt>
                <c:pt idx="14">
                  <c:v>3.4200000000000004</c:v>
                </c:pt>
                <c:pt idx="15">
                  <c:v>6.5100000000000007</c:v>
                </c:pt>
                <c:pt idx="16">
                  <c:v>5.6100000000000012</c:v>
                </c:pt>
                <c:pt idx="17">
                  <c:v>7.7100000000000017</c:v>
                </c:pt>
                <c:pt idx="18">
                  <c:v>13.47</c:v>
                </c:pt>
                <c:pt idx="19">
                  <c:v>18.459999999999997</c:v>
                </c:pt>
                <c:pt idx="20">
                  <c:v>8.3300000000000018</c:v>
                </c:pt>
                <c:pt idx="21">
                  <c:v>7.52</c:v>
                </c:pt>
                <c:pt idx="22">
                  <c:v>5.5599999999999987</c:v>
                </c:pt>
                <c:pt idx="23">
                  <c:v>7.9900000000000011</c:v>
                </c:pt>
                <c:pt idx="24">
                  <c:v>7.1899999999999995</c:v>
                </c:pt>
                <c:pt idx="25">
                  <c:v>5.370000000000001</c:v>
                </c:pt>
                <c:pt idx="26">
                  <c:v>4.2700000000000005</c:v>
                </c:pt>
                <c:pt idx="27">
                  <c:v>9.4200000000000035</c:v>
                </c:pt>
                <c:pt idx="28">
                  <c:v>11.690000000000001</c:v>
                </c:pt>
                <c:pt idx="29">
                  <c:v>12.559999999999999</c:v>
                </c:pt>
                <c:pt idx="30">
                  <c:v>13.869999999999996</c:v>
                </c:pt>
                <c:pt idx="31">
                  <c:v>9.0599999999999987</c:v>
                </c:pt>
                <c:pt idx="32">
                  <c:v>3.33</c:v>
                </c:pt>
                <c:pt idx="33">
                  <c:v>6.330000000000001</c:v>
                </c:pt>
                <c:pt idx="34">
                  <c:v>0.99</c:v>
                </c:pt>
                <c:pt idx="35">
                  <c:v>1.82</c:v>
                </c:pt>
                <c:pt idx="36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1E7-4D84-A8E2-6B4B024553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42383440"/>
        <c:axId val="1742381040"/>
      </c:lineChart>
      <c:catAx>
        <c:axId val="1742383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742381040"/>
        <c:crosses val="autoZero"/>
        <c:auto val="1"/>
        <c:lblAlgn val="ctr"/>
        <c:lblOffset val="100"/>
        <c:noMultiLvlLbl val="0"/>
      </c:catAx>
      <c:valAx>
        <c:axId val="17423810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742383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fr-FR">
                <a:solidFill>
                  <a:schemeClr val="bg1"/>
                </a:solidFill>
              </a:rPr>
              <a:t>Habitudes</a:t>
            </a:r>
            <a:r>
              <a:rPr lang="fr-FR" baseline="0">
                <a:solidFill>
                  <a:schemeClr val="bg1"/>
                </a:solidFill>
              </a:rPr>
              <a:t> de jeu en fonction de la fréquence</a:t>
            </a:r>
            <a:endParaRPr lang="fr-FR">
              <a:solidFill>
                <a:schemeClr val="bg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Corrélations!$I$4</c:f>
              <c:strCache>
                <c:ptCount val="1"/>
                <c:pt idx="0">
                  <c:v>Solo</c:v>
                </c:pt>
              </c:strCache>
            </c:strRef>
          </c:tx>
          <c:spPr>
            <a:solidFill>
              <a:srgbClr val="00B0F0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Corrélations!$H$5:$H$8</c:f>
              <c:strCache>
                <c:ptCount val="4"/>
                <c:pt idx="0">
                  <c:v>Occasionnellement</c:v>
                </c:pt>
                <c:pt idx="1">
                  <c:v>Toutes les semaines</c:v>
                </c:pt>
                <c:pt idx="2">
                  <c:v>Plusieurs fois par semaine</c:v>
                </c:pt>
                <c:pt idx="3">
                  <c:v>Tous les jours</c:v>
                </c:pt>
              </c:strCache>
            </c:strRef>
          </c:cat>
          <c:val>
            <c:numRef>
              <c:f>Corrélations!$I$5:$I$8</c:f>
              <c:numCache>
                <c:formatCode>General</c:formatCode>
                <c:ptCount val="4"/>
                <c:pt idx="0">
                  <c:v>3</c:v>
                </c:pt>
                <c:pt idx="1">
                  <c:v>4</c:v>
                </c:pt>
                <c:pt idx="2">
                  <c:v>6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55-4883-A6D6-DD9AA8F6F773}"/>
            </c:ext>
          </c:extLst>
        </c:ser>
        <c:ser>
          <c:idx val="1"/>
          <c:order val="1"/>
          <c:tx>
            <c:strRef>
              <c:f>Corrélations!$J$4</c:f>
              <c:strCache>
                <c:ptCount val="1"/>
                <c:pt idx="0">
                  <c:v>En local (en famille/entre amis)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cat>
            <c:strRef>
              <c:f>Corrélations!$H$5:$H$8</c:f>
              <c:strCache>
                <c:ptCount val="4"/>
                <c:pt idx="0">
                  <c:v>Occasionnellement</c:v>
                </c:pt>
                <c:pt idx="1">
                  <c:v>Toutes les semaines</c:v>
                </c:pt>
                <c:pt idx="2">
                  <c:v>Plusieurs fois par semaine</c:v>
                </c:pt>
                <c:pt idx="3">
                  <c:v>Tous les jours</c:v>
                </c:pt>
              </c:strCache>
            </c:strRef>
          </c:cat>
          <c:val>
            <c:numRef>
              <c:f>Corrélations!$J$5:$J$8</c:f>
              <c:numCache>
                <c:formatCode>General</c:formatCode>
                <c:ptCount val="4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655-4883-A6D6-DD9AA8F6F773}"/>
            </c:ext>
          </c:extLst>
        </c:ser>
        <c:ser>
          <c:idx val="2"/>
          <c:order val="2"/>
          <c:tx>
            <c:strRef>
              <c:f>Corrélations!$K$4</c:f>
              <c:strCache>
                <c:ptCount val="1"/>
                <c:pt idx="0">
                  <c:v>En ligne avec d'autres joueurs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Corrélations!$H$5:$H$8</c:f>
              <c:strCache>
                <c:ptCount val="4"/>
                <c:pt idx="0">
                  <c:v>Occasionnellement</c:v>
                </c:pt>
                <c:pt idx="1">
                  <c:v>Toutes les semaines</c:v>
                </c:pt>
                <c:pt idx="2">
                  <c:v>Plusieurs fois par semaine</c:v>
                </c:pt>
                <c:pt idx="3">
                  <c:v>Tous les jours</c:v>
                </c:pt>
              </c:strCache>
            </c:strRef>
          </c:cat>
          <c:val>
            <c:numRef>
              <c:f>Corrélations!$K$5:$K$8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5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655-4883-A6D6-DD9AA8F6F7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36523983"/>
        <c:axId val="436522543"/>
      </c:barChart>
      <c:catAx>
        <c:axId val="4365239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36522543"/>
        <c:crosses val="autoZero"/>
        <c:auto val="1"/>
        <c:lblAlgn val="ctr"/>
        <c:lblOffset val="100"/>
        <c:noMultiLvlLbl val="0"/>
      </c:catAx>
      <c:valAx>
        <c:axId val="4365225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365239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7" name="Google Shape;222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28" name="Google Shape;222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3" name="Google Shape;22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34" name="Google Shape;223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6" name="Google Shape;225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57" name="Google Shape;225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2" name="Google Shape;226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63" name="Google Shape;226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8" name="Google Shape;226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69" name="Google Shape;226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4" name="Google Shape;227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75" name="Google Shape;227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92" name="Google Shape;229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7" name="Google Shape;231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18" name="Google Shape;231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24" name="Google Shape;232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9" name="Google Shape;232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30" name="Google Shape;233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5" name="Google Shape;233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36" name="Google Shape;233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1" name="Google Shape;234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42" name="Google Shape;234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7" name="Google Shape;234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48" name="Google Shape;234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6">
          <a:extLst>
            <a:ext uri="{FF2B5EF4-FFF2-40B4-BE49-F238E27FC236}">
              <a16:creationId xmlns:a16="http://schemas.microsoft.com/office/drawing/2014/main" id="{6AB37317-DBE8-F9B6-544B-EC66A4159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7" name="Google Shape;2347;p14:notes">
            <a:extLst>
              <a:ext uri="{FF2B5EF4-FFF2-40B4-BE49-F238E27FC236}">
                <a16:creationId xmlns:a16="http://schemas.microsoft.com/office/drawing/2014/main" id="{4DE678A5-43F5-939B-AE6E-D5B97ECA8E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48" name="Google Shape;2348;p14:notes">
            <a:extLst>
              <a:ext uri="{FF2B5EF4-FFF2-40B4-BE49-F238E27FC236}">
                <a16:creationId xmlns:a16="http://schemas.microsoft.com/office/drawing/2014/main" id="{1364ADA4-FC5D-813E-5650-A811BE3543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17151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6">
          <a:extLst>
            <a:ext uri="{FF2B5EF4-FFF2-40B4-BE49-F238E27FC236}">
              <a16:creationId xmlns:a16="http://schemas.microsoft.com/office/drawing/2014/main" id="{28F0D2FB-634E-AB93-F09C-7FA17D9A2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7" name="Google Shape;2347;p14:notes">
            <a:extLst>
              <a:ext uri="{FF2B5EF4-FFF2-40B4-BE49-F238E27FC236}">
                <a16:creationId xmlns:a16="http://schemas.microsoft.com/office/drawing/2014/main" id="{DDE599E5-3DA5-B344-1B20-5E8BFDFD0B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48" name="Google Shape;2348;p14:notes">
            <a:extLst>
              <a:ext uri="{FF2B5EF4-FFF2-40B4-BE49-F238E27FC236}">
                <a16:creationId xmlns:a16="http://schemas.microsoft.com/office/drawing/2014/main" id="{7A1D4460-CE64-2EF6-E9C1-FEA1598803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76627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6">
          <a:extLst>
            <a:ext uri="{FF2B5EF4-FFF2-40B4-BE49-F238E27FC236}">
              <a16:creationId xmlns:a16="http://schemas.microsoft.com/office/drawing/2014/main" id="{C5E95E05-87AA-58C5-E47B-3F558F250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7" name="Google Shape;2347;p14:notes">
            <a:extLst>
              <a:ext uri="{FF2B5EF4-FFF2-40B4-BE49-F238E27FC236}">
                <a16:creationId xmlns:a16="http://schemas.microsoft.com/office/drawing/2014/main" id="{DF6AE053-887D-DF2C-75C0-CE0B89D7D3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48" name="Google Shape;2348;p14:notes">
            <a:extLst>
              <a:ext uri="{FF2B5EF4-FFF2-40B4-BE49-F238E27FC236}">
                <a16:creationId xmlns:a16="http://schemas.microsoft.com/office/drawing/2014/main" id="{C418CCF2-3899-7E5E-FC1B-67F3D001A0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60063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6">
          <a:extLst>
            <a:ext uri="{FF2B5EF4-FFF2-40B4-BE49-F238E27FC236}">
              <a16:creationId xmlns:a16="http://schemas.microsoft.com/office/drawing/2014/main" id="{56AD3874-5E50-1925-1290-76400D8FE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7" name="Google Shape;2347;p14:notes">
            <a:extLst>
              <a:ext uri="{FF2B5EF4-FFF2-40B4-BE49-F238E27FC236}">
                <a16:creationId xmlns:a16="http://schemas.microsoft.com/office/drawing/2014/main" id="{6A2F848D-F397-9503-0318-12C9C6EEB0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48" name="Google Shape;2348;p14:notes">
            <a:extLst>
              <a:ext uri="{FF2B5EF4-FFF2-40B4-BE49-F238E27FC236}">
                <a16:creationId xmlns:a16="http://schemas.microsoft.com/office/drawing/2014/main" id="{42E5F10D-3916-AD5D-750A-DA2912D44C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44300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6">
          <a:extLst>
            <a:ext uri="{FF2B5EF4-FFF2-40B4-BE49-F238E27FC236}">
              <a16:creationId xmlns:a16="http://schemas.microsoft.com/office/drawing/2014/main" id="{FA4158CD-E698-A3C2-497E-5C8400529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7" name="Google Shape;2347;p14:notes">
            <a:extLst>
              <a:ext uri="{FF2B5EF4-FFF2-40B4-BE49-F238E27FC236}">
                <a16:creationId xmlns:a16="http://schemas.microsoft.com/office/drawing/2014/main" id="{E0799366-6CA8-FD85-D4D2-B7EFB7DCAE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48" name="Google Shape;2348;p14:notes">
            <a:extLst>
              <a:ext uri="{FF2B5EF4-FFF2-40B4-BE49-F238E27FC236}">
                <a16:creationId xmlns:a16="http://schemas.microsoft.com/office/drawing/2014/main" id="{D0B882A6-2F27-D3F1-C3E8-E7617E7789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34998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3" name="Google Shape;235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54" name="Google Shape;235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9" name="Google Shape;235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60" name="Google Shape;236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2">
          <a:extLst>
            <a:ext uri="{FF2B5EF4-FFF2-40B4-BE49-F238E27FC236}">
              <a16:creationId xmlns:a16="http://schemas.microsoft.com/office/drawing/2014/main" id="{17E9FB5A-BC4B-3309-0585-951637A87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3" name="Google Shape;2353;p15:notes">
            <a:extLst>
              <a:ext uri="{FF2B5EF4-FFF2-40B4-BE49-F238E27FC236}">
                <a16:creationId xmlns:a16="http://schemas.microsoft.com/office/drawing/2014/main" id="{1E68FE74-E314-A08F-76B3-F62AB34B08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54" name="Google Shape;2354;p15:notes">
            <a:extLst>
              <a:ext uri="{FF2B5EF4-FFF2-40B4-BE49-F238E27FC236}">
                <a16:creationId xmlns:a16="http://schemas.microsoft.com/office/drawing/2014/main" id="{E9E384DC-535A-14BE-A713-58B85A6D2D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89778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8">
          <a:extLst>
            <a:ext uri="{FF2B5EF4-FFF2-40B4-BE49-F238E27FC236}">
              <a16:creationId xmlns:a16="http://schemas.microsoft.com/office/drawing/2014/main" id="{6076AFAB-3249-D13A-4438-AFF665E2D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9" name="Google Shape;2359;p16:notes">
            <a:extLst>
              <a:ext uri="{FF2B5EF4-FFF2-40B4-BE49-F238E27FC236}">
                <a16:creationId xmlns:a16="http://schemas.microsoft.com/office/drawing/2014/main" id="{25FCCC63-EC3E-8A0A-7557-1C664B0A9C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60" name="Google Shape;2360;p16:notes">
            <a:extLst>
              <a:ext uri="{FF2B5EF4-FFF2-40B4-BE49-F238E27FC236}">
                <a16:creationId xmlns:a16="http://schemas.microsoft.com/office/drawing/2014/main" id="{2F643E79-0ED9-4BF2-114A-1D065276EB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28237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8">
          <a:extLst>
            <a:ext uri="{FF2B5EF4-FFF2-40B4-BE49-F238E27FC236}">
              <a16:creationId xmlns:a16="http://schemas.microsoft.com/office/drawing/2014/main" id="{F62185D9-FF9E-8842-37A8-7B691257B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9" name="Google Shape;2359;p16:notes">
            <a:extLst>
              <a:ext uri="{FF2B5EF4-FFF2-40B4-BE49-F238E27FC236}">
                <a16:creationId xmlns:a16="http://schemas.microsoft.com/office/drawing/2014/main" id="{748E8746-79FD-8EC6-58A2-126F9087E5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60" name="Google Shape;2360;p16:notes">
            <a:extLst>
              <a:ext uri="{FF2B5EF4-FFF2-40B4-BE49-F238E27FC236}">
                <a16:creationId xmlns:a16="http://schemas.microsoft.com/office/drawing/2014/main" id="{B8FB4E03-F091-7F2D-C0FC-979A998B7E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0016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43"/>
          <p:cNvSpPr txBox="1">
            <a:spLocks noGrp="1"/>
          </p:cNvSpPr>
          <p:nvPr>
            <p:ph type="ctrTitle"/>
          </p:nvPr>
        </p:nvSpPr>
        <p:spPr>
          <a:xfrm>
            <a:off x="682500" y="614500"/>
            <a:ext cx="5200800" cy="30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43"/>
          <p:cNvSpPr txBox="1">
            <a:spLocks noGrp="1"/>
          </p:cNvSpPr>
          <p:nvPr>
            <p:ph type="subTitle" idx="1"/>
          </p:nvPr>
        </p:nvSpPr>
        <p:spPr>
          <a:xfrm>
            <a:off x="682500" y="3886250"/>
            <a:ext cx="3808500" cy="442200"/>
          </a:xfrm>
          <a:prstGeom prst="rect">
            <a:avLst/>
          </a:prstGeom>
          <a:solidFill>
            <a:srgbClr val="00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 b="1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43"/>
          <p:cNvSpPr/>
          <p:nvPr/>
        </p:nvSpPr>
        <p:spPr>
          <a:xfrm>
            <a:off x="5993880" y="914866"/>
            <a:ext cx="823936" cy="823879"/>
          </a:xfrm>
          <a:custGeom>
            <a:avLst/>
            <a:gdLst/>
            <a:ahLst/>
            <a:cxnLst/>
            <a:rect l="l" t="t" r="r" b="b"/>
            <a:pathLst>
              <a:path w="14462" h="14461" extrusionOk="0">
                <a:moveTo>
                  <a:pt x="7222" y="0"/>
                </a:moveTo>
                <a:lnTo>
                  <a:pt x="1" y="7221"/>
                </a:lnTo>
                <a:lnTo>
                  <a:pt x="7222" y="14461"/>
                </a:lnTo>
                <a:lnTo>
                  <a:pt x="14461" y="7221"/>
                </a:lnTo>
                <a:lnTo>
                  <a:pt x="7222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43"/>
          <p:cNvSpPr/>
          <p:nvPr/>
        </p:nvSpPr>
        <p:spPr>
          <a:xfrm>
            <a:off x="7667336" y="2762105"/>
            <a:ext cx="849376" cy="851911"/>
          </a:xfrm>
          <a:custGeom>
            <a:avLst/>
            <a:gdLst/>
            <a:ahLst/>
            <a:cxnLst/>
            <a:rect l="l" t="t" r="r" b="b"/>
            <a:pathLst>
              <a:path w="6031" h="6049" extrusionOk="0">
                <a:moveTo>
                  <a:pt x="3015" y="0"/>
                </a:moveTo>
                <a:lnTo>
                  <a:pt x="0" y="3034"/>
                </a:lnTo>
                <a:lnTo>
                  <a:pt x="3015" y="6049"/>
                </a:lnTo>
                <a:lnTo>
                  <a:pt x="6030" y="3034"/>
                </a:lnTo>
                <a:lnTo>
                  <a:pt x="3015" y="0"/>
                </a:lnTo>
                <a:close/>
              </a:path>
            </a:pathLst>
          </a:custGeom>
          <a:gradFill>
            <a:gsLst>
              <a:gs pos="0">
                <a:srgbClr val="674EA7"/>
              </a:gs>
              <a:gs pos="100000">
                <a:srgbClr val="00FFFF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43"/>
          <p:cNvSpPr/>
          <p:nvPr/>
        </p:nvSpPr>
        <p:spPr>
          <a:xfrm>
            <a:off x="6928114" y="1582609"/>
            <a:ext cx="912329" cy="912329"/>
          </a:xfrm>
          <a:custGeom>
            <a:avLst/>
            <a:gdLst/>
            <a:ahLst/>
            <a:cxnLst/>
            <a:rect l="l" t="t" r="r" b="b"/>
            <a:pathLst>
              <a:path w="6478" h="6478" extrusionOk="0">
                <a:moveTo>
                  <a:pt x="447" y="3239"/>
                </a:moveTo>
                <a:lnTo>
                  <a:pt x="3239" y="6031"/>
                </a:lnTo>
                <a:lnTo>
                  <a:pt x="6031" y="3239"/>
                </a:lnTo>
                <a:lnTo>
                  <a:pt x="3239" y="429"/>
                </a:lnTo>
                <a:close/>
                <a:moveTo>
                  <a:pt x="3239" y="6477"/>
                </a:moveTo>
                <a:lnTo>
                  <a:pt x="1" y="3239"/>
                </a:lnTo>
                <a:lnTo>
                  <a:pt x="3239" y="1"/>
                </a:lnTo>
                <a:lnTo>
                  <a:pt x="6477" y="3239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43"/>
          <p:cNvSpPr/>
          <p:nvPr/>
        </p:nvSpPr>
        <p:spPr>
          <a:xfrm>
            <a:off x="7795777" y="2890545"/>
            <a:ext cx="592493" cy="595169"/>
          </a:xfrm>
          <a:custGeom>
            <a:avLst/>
            <a:gdLst/>
            <a:ahLst/>
            <a:cxnLst/>
            <a:rect l="l" t="t" r="r" b="b"/>
            <a:pathLst>
              <a:path w="4207" h="4226" extrusionOk="0">
                <a:moveTo>
                  <a:pt x="428" y="2122"/>
                </a:moveTo>
                <a:lnTo>
                  <a:pt x="2103" y="3778"/>
                </a:lnTo>
                <a:lnTo>
                  <a:pt x="3778" y="2122"/>
                </a:lnTo>
                <a:lnTo>
                  <a:pt x="2103" y="447"/>
                </a:lnTo>
                <a:close/>
                <a:moveTo>
                  <a:pt x="2103" y="4225"/>
                </a:moveTo>
                <a:lnTo>
                  <a:pt x="0" y="2122"/>
                </a:lnTo>
                <a:lnTo>
                  <a:pt x="2103" y="0"/>
                </a:lnTo>
                <a:lnTo>
                  <a:pt x="4206" y="2122"/>
                </a:lnTo>
                <a:close/>
              </a:path>
            </a:pathLst>
          </a:custGeom>
          <a:gradFill>
            <a:gsLst>
              <a:gs pos="0">
                <a:srgbClr val="674EA7"/>
              </a:gs>
              <a:gs pos="100000">
                <a:srgbClr val="351C75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43"/>
          <p:cNvSpPr/>
          <p:nvPr/>
        </p:nvSpPr>
        <p:spPr>
          <a:xfrm>
            <a:off x="7109071" y="2397768"/>
            <a:ext cx="2676" cy="91824"/>
          </a:xfrm>
          <a:custGeom>
            <a:avLst/>
            <a:gdLst/>
            <a:ahLst/>
            <a:cxnLst/>
            <a:rect l="l" t="t" r="r" b="b"/>
            <a:pathLst>
              <a:path w="19" h="652" extrusionOk="0">
                <a:moveTo>
                  <a:pt x="19" y="1"/>
                </a:moveTo>
                <a:lnTo>
                  <a:pt x="0" y="19"/>
                </a:lnTo>
                <a:lnTo>
                  <a:pt x="0" y="633"/>
                </a:lnTo>
                <a:lnTo>
                  <a:pt x="19" y="652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43"/>
          <p:cNvSpPr/>
          <p:nvPr/>
        </p:nvSpPr>
        <p:spPr>
          <a:xfrm>
            <a:off x="7111606" y="2395092"/>
            <a:ext cx="2817" cy="97176"/>
          </a:xfrm>
          <a:custGeom>
            <a:avLst/>
            <a:gdLst/>
            <a:ahLst/>
            <a:cxnLst/>
            <a:rect l="l" t="t" r="r" b="b"/>
            <a:pathLst>
              <a:path w="20" h="690" extrusionOk="0">
                <a:moveTo>
                  <a:pt x="19" y="1"/>
                </a:moveTo>
                <a:lnTo>
                  <a:pt x="1" y="20"/>
                </a:lnTo>
                <a:lnTo>
                  <a:pt x="1" y="671"/>
                </a:lnTo>
                <a:lnTo>
                  <a:pt x="19" y="690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43"/>
          <p:cNvSpPr/>
          <p:nvPr/>
        </p:nvSpPr>
        <p:spPr>
          <a:xfrm>
            <a:off x="7114282" y="2392557"/>
            <a:ext cx="2676" cy="102387"/>
          </a:xfrm>
          <a:custGeom>
            <a:avLst/>
            <a:gdLst/>
            <a:ahLst/>
            <a:cxnLst/>
            <a:rect l="l" t="t" r="r" b="b"/>
            <a:pathLst>
              <a:path w="19" h="727" extrusionOk="0">
                <a:moveTo>
                  <a:pt x="19" y="0"/>
                </a:moveTo>
                <a:lnTo>
                  <a:pt x="0" y="19"/>
                </a:lnTo>
                <a:lnTo>
                  <a:pt x="0" y="708"/>
                </a:lnTo>
                <a:lnTo>
                  <a:pt x="19" y="726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43"/>
          <p:cNvSpPr/>
          <p:nvPr/>
        </p:nvSpPr>
        <p:spPr>
          <a:xfrm>
            <a:off x="7116817" y="2387346"/>
            <a:ext cx="2817" cy="110133"/>
          </a:xfrm>
          <a:custGeom>
            <a:avLst/>
            <a:gdLst/>
            <a:ahLst/>
            <a:cxnLst/>
            <a:rect l="l" t="t" r="r" b="b"/>
            <a:pathLst>
              <a:path w="20" h="782" extrusionOk="0">
                <a:moveTo>
                  <a:pt x="20" y="0"/>
                </a:moveTo>
                <a:lnTo>
                  <a:pt x="1" y="37"/>
                </a:lnTo>
                <a:lnTo>
                  <a:pt x="1" y="763"/>
                </a:lnTo>
                <a:lnTo>
                  <a:pt x="20" y="782"/>
                </a:lnTo>
                <a:lnTo>
                  <a:pt x="2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43"/>
          <p:cNvSpPr/>
          <p:nvPr/>
        </p:nvSpPr>
        <p:spPr>
          <a:xfrm>
            <a:off x="7119493" y="2384671"/>
            <a:ext cx="2817" cy="118020"/>
          </a:xfrm>
          <a:custGeom>
            <a:avLst/>
            <a:gdLst/>
            <a:ahLst/>
            <a:cxnLst/>
            <a:rect l="l" t="t" r="r" b="b"/>
            <a:pathLst>
              <a:path w="20" h="838" extrusionOk="0">
                <a:moveTo>
                  <a:pt x="19" y="1"/>
                </a:moveTo>
                <a:lnTo>
                  <a:pt x="1" y="19"/>
                </a:lnTo>
                <a:lnTo>
                  <a:pt x="1" y="801"/>
                </a:lnTo>
                <a:lnTo>
                  <a:pt x="19" y="838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3"/>
          <p:cNvSpPr/>
          <p:nvPr/>
        </p:nvSpPr>
        <p:spPr>
          <a:xfrm>
            <a:off x="7127379" y="2379460"/>
            <a:ext cx="2676" cy="128582"/>
          </a:xfrm>
          <a:custGeom>
            <a:avLst/>
            <a:gdLst/>
            <a:ahLst/>
            <a:cxnLst/>
            <a:rect l="l" t="t" r="r" b="b"/>
            <a:pathLst>
              <a:path w="19" h="913" extrusionOk="0">
                <a:moveTo>
                  <a:pt x="19" y="0"/>
                </a:moveTo>
                <a:lnTo>
                  <a:pt x="0" y="19"/>
                </a:lnTo>
                <a:lnTo>
                  <a:pt x="0" y="894"/>
                </a:lnTo>
                <a:lnTo>
                  <a:pt x="19" y="912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43"/>
          <p:cNvSpPr/>
          <p:nvPr/>
        </p:nvSpPr>
        <p:spPr>
          <a:xfrm>
            <a:off x="7129914" y="2376784"/>
            <a:ext cx="2817" cy="133793"/>
          </a:xfrm>
          <a:custGeom>
            <a:avLst/>
            <a:gdLst/>
            <a:ahLst/>
            <a:cxnLst/>
            <a:rect l="l" t="t" r="r" b="b"/>
            <a:pathLst>
              <a:path w="20" h="950" extrusionOk="0">
                <a:moveTo>
                  <a:pt x="20" y="1"/>
                </a:moveTo>
                <a:lnTo>
                  <a:pt x="1" y="19"/>
                </a:lnTo>
                <a:lnTo>
                  <a:pt x="1" y="931"/>
                </a:lnTo>
                <a:lnTo>
                  <a:pt x="20" y="950"/>
                </a:lnTo>
                <a:lnTo>
                  <a:pt x="2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43"/>
          <p:cNvSpPr/>
          <p:nvPr/>
        </p:nvSpPr>
        <p:spPr>
          <a:xfrm>
            <a:off x="7132590" y="2374249"/>
            <a:ext cx="2817" cy="139004"/>
          </a:xfrm>
          <a:custGeom>
            <a:avLst/>
            <a:gdLst/>
            <a:ahLst/>
            <a:cxnLst/>
            <a:rect l="l" t="t" r="r" b="b"/>
            <a:pathLst>
              <a:path w="20" h="987" extrusionOk="0">
                <a:moveTo>
                  <a:pt x="19" y="0"/>
                </a:moveTo>
                <a:lnTo>
                  <a:pt x="1" y="19"/>
                </a:lnTo>
                <a:lnTo>
                  <a:pt x="1" y="968"/>
                </a:lnTo>
                <a:lnTo>
                  <a:pt x="19" y="986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3"/>
          <p:cNvSpPr/>
          <p:nvPr/>
        </p:nvSpPr>
        <p:spPr>
          <a:xfrm>
            <a:off x="7135266" y="2368897"/>
            <a:ext cx="2676" cy="147032"/>
          </a:xfrm>
          <a:custGeom>
            <a:avLst/>
            <a:gdLst/>
            <a:ahLst/>
            <a:cxnLst/>
            <a:rect l="l" t="t" r="r" b="b"/>
            <a:pathLst>
              <a:path w="19" h="1044" extrusionOk="0">
                <a:moveTo>
                  <a:pt x="19" y="1"/>
                </a:moveTo>
                <a:lnTo>
                  <a:pt x="0" y="38"/>
                </a:lnTo>
                <a:lnTo>
                  <a:pt x="0" y="1024"/>
                </a:lnTo>
                <a:lnTo>
                  <a:pt x="19" y="1043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43"/>
          <p:cNvSpPr/>
          <p:nvPr/>
        </p:nvSpPr>
        <p:spPr>
          <a:xfrm>
            <a:off x="7137801" y="2366362"/>
            <a:ext cx="2817" cy="154778"/>
          </a:xfrm>
          <a:custGeom>
            <a:avLst/>
            <a:gdLst/>
            <a:ahLst/>
            <a:cxnLst/>
            <a:rect l="l" t="t" r="r" b="b"/>
            <a:pathLst>
              <a:path w="20" h="1099" extrusionOk="0">
                <a:moveTo>
                  <a:pt x="19" y="0"/>
                </a:moveTo>
                <a:lnTo>
                  <a:pt x="1" y="19"/>
                </a:lnTo>
                <a:lnTo>
                  <a:pt x="1" y="1061"/>
                </a:lnTo>
                <a:lnTo>
                  <a:pt x="19" y="1098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3"/>
          <p:cNvSpPr/>
          <p:nvPr/>
        </p:nvSpPr>
        <p:spPr>
          <a:xfrm>
            <a:off x="7140477" y="2363686"/>
            <a:ext cx="5352" cy="159989"/>
          </a:xfrm>
          <a:custGeom>
            <a:avLst/>
            <a:gdLst/>
            <a:ahLst/>
            <a:cxnLst/>
            <a:rect l="l" t="t" r="r" b="b"/>
            <a:pathLst>
              <a:path w="38" h="1136" extrusionOk="0">
                <a:moveTo>
                  <a:pt x="38" y="1"/>
                </a:moveTo>
                <a:lnTo>
                  <a:pt x="0" y="19"/>
                </a:lnTo>
                <a:lnTo>
                  <a:pt x="0" y="1117"/>
                </a:lnTo>
                <a:lnTo>
                  <a:pt x="38" y="1136"/>
                </a:lnTo>
                <a:lnTo>
                  <a:pt x="38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3"/>
          <p:cNvSpPr/>
          <p:nvPr/>
        </p:nvSpPr>
        <p:spPr>
          <a:xfrm>
            <a:off x="7145688" y="2361151"/>
            <a:ext cx="2817" cy="165199"/>
          </a:xfrm>
          <a:custGeom>
            <a:avLst/>
            <a:gdLst/>
            <a:ahLst/>
            <a:cxnLst/>
            <a:rect l="l" t="t" r="r" b="b"/>
            <a:pathLst>
              <a:path w="20" h="1173" extrusionOk="0">
                <a:moveTo>
                  <a:pt x="19" y="0"/>
                </a:moveTo>
                <a:lnTo>
                  <a:pt x="1" y="19"/>
                </a:lnTo>
                <a:lnTo>
                  <a:pt x="1" y="1154"/>
                </a:lnTo>
                <a:lnTo>
                  <a:pt x="19" y="1173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3"/>
          <p:cNvSpPr/>
          <p:nvPr/>
        </p:nvSpPr>
        <p:spPr>
          <a:xfrm>
            <a:off x="7148364" y="2358475"/>
            <a:ext cx="2676" cy="170551"/>
          </a:xfrm>
          <a:custGeom>
            <a:avLst/>
            <a:gdLst/>
            <a:ahLst/>
            <a:cxnLst/>
            <a:rect l="l" t="t" r="r" b="b"/>
            <a:pathLst>
              <a:path w="19" h="1211" extrusionOk="0">
                <a:moveTo>
                  <a:pt x="19" y="0"/>
                </a:moveTo>
                <a:lnTo>
                  <a:pt x="0" y="19"/>
                </a:lnTo>
                <a:lnTo>
                  <a:pt x="0" y="1192"/>
                </a:lnTo>
                <a:lnTo>
                  <a:pt x="19" y="1210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3"/>
          <p:cNvSpPr/>
          <p:nvPr/>
        </p:nvSpPr>
        <p:spPr>
          <a:xfrm>
            <a:off x="7150899" y="2355800"/>
            <a:ext cx="2817" cy="175762"/>
          </a:xfrm>
          <a:custGeom>
            <a:avLst/>
            <a:gdLst/>
            <a:ahLst/>
            <a:cxnLst/>
            <a:rect l="l" t="t" r="r" b="b"/>
            <a:pathLst>
              <a:path w="20" h="1248" extrusionOk="0">
                <a:moveTo>
                  <a:pt x="19" y="1"/>
                </a:moveTo>
                <a:lnTo>
                  <a:pt x="1" y="19"/>
                </a:lnTo>
                <a:lnTo>
                  <a:pt x="1" y="1229"/>
                </a:lnTo>
                <a:lnTo>
                  <a:pt x="19" y="1248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43"/>
          <p:cNvSpPr/>
          <p:nvPr/>
        </p:nvSpPr>
        <p:spPr>
          <a:xfrm>
            <a:off x="7153574" y="2350589"/>
            <a:ext cx="2817" cy="183649"/>
          </a:xfrm>
          <a:custGeom>
            <a:avLst/>
            <a:gdLst/>
            <a:ahLst/>
            <a:cxnLst/>
            <a:rect l="l" t="t" r="r" b="b"/>
            <a:pathLst>
              <a:path w="20" h="1304" extrusionOk="0">
                <a:moveTo>
                  <a:pt x="19" y="1"/>
                </a:moveTo>
                <a:lnTo>
                  <a:pt x="0" y="38"/>
                </a:lnTo>
                <a:lnTo>
                  <a:pt x="0" y="1285"/>
                </a:lnTo>
                <a:lnTo>
                  <a:pt x="19" y="1303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3"/>
          <p:cNvSpPr/>
          <p:nvPr/>
        </p:nvSpPr>
        <p:spPr>
          <a:xfrm>
            <a:off x="7156250" y="2347913"/>
            <a:ext cx="2676" cy="191536"/>
          </a:xfrm>
          <a:custGeom>
            <a:avLst/>
            <a:gdLst/>
            <a:ahLst/>
            <a:cxnLst/>
            <a:rect l="l" t="t" r="r" b="b"/>
            <a:pathLst>
              <a:path w="19" h="1360" extrusionOk="0">
                <a:moveTo>
                  <a:pt x="19" y="1"/>
                </a:moveTo>
                <a:lnTo>
                  <a:pt x="0" y="20"/>
                </a:lnTo>
                <a:lnTo>
                  <a:pt x="0" y="1322"/>
                </a:lnTo>
                <a:lnTo>
                  <a:pt x="19" y="1360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3"/>
          <p:cNvSpPr/>
          <p:nvPr/>
        </p:nvSpPr>
        <p:spPr>
          <a:xfrm>
            <a:off x="7158785" y="2345378"/>
            <a:ext cx="5352" cy="196746"/>
          </a:xfrm>
          <a:custGeom>
            <a:avLst/>
            <a:gdLst/>
            <a:ahLst/>
            <a:cxnLst/>
            <a:rect l="l" t="t" r="r" b="b"/>
            <a:pathLst>
              <a:path w="38" h="1397" extrusionOk="0">
                <a:moveTo>
                  <a:pt x="38" y="0"/>
                </a:moveTo>
                <a:lnTo>
                  <a:pt x="1" y="19"/>
                </a:lnTo>
                <a:lnTo>
                  <a:pt x="1" y="1378"/>
                </a:lnTo>
                <a:lnTo>
                  <a:pt x="38" y="1396"/>
                </a:lnTo>
                <a:lnTo>
                  <a:pt x="38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3"/>
          <p:cNvSpPr/>
          <p:nvPr/>
        </p:nvSpPr>
        <p:spPr>
          <a:xfrm>
            <a:off x="7163996" y="2342702"/>
            <a:ext cx="2817" cy="201957"/>
          </a:xfrm>
          <a:custGeom>
            <a:avLst/>
            <a:gdLst/>
            <a:ahLst/>
            <a:cxnLst/>
            <a:rect l="l" t="t" r="r" b="b"/>
            <a:pathLst>
              <a:path w="20" h="1434" extrusionOk="0">
                <a:moveTo>
                  <a:pt x="20" y="1"/>
                </a:moveTo>
                <a:lnTo>
                  <a:pt x="1" y="19"/>
                </a:lnTo>
                <a:lnTo>
                  <a:pt x="1" y="1415"/>
                </a:lnTo>
                <a:lnTo>
                  <a:pt x="20" y="1434"/>
                </a:lnTo>
                <a:lnTo>
                  <a:pt x="2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3"/>
          <p:cNvSpPr/>
          <p:nvPr/>
        </p:nvSpPr>
        <p:spPr>
          <a:xfrm>
            <a:off x="7166672" y="2340167"/>
            <a:ext cx="2817" cy="207168"/>
          </a:xfrm>
          <a:custGeom>
            <a:avLst/>
            <a:gdLst/>
            <a:ahLst/>
            <a:cxnLst/>
            <a:rect l="l" t="t" r="r" b="b"/>
            <a:pathLst>
              <a:path w="20" h="1471" extrusionOk="0">
                <a:moveTo>
                  <a:pt x="19" y="0"/>
                </a:moveTo>
                <a:lnTo>
                  <a:pt x="1" y="19"/>
                </a:lnTo>
                <a:lnTo>
                  <a:pt x="1" y="1452"/>
                </a:lnTo>
                <a:lnTo>
                  <a:pt x="19" y="1470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3"/>
          <p:cNvSpPr/>
          <p:nvPr/>
        </p:nvSpPr>
        <p:spPr>
          <a:xfrm>
            <a:off x="7169348" y="2337491"/>
            <a:ext cx="2676" cy="212379"/>
          </a:xfrm>
          <a:custGeom>
            <a:avLst/>
            <a:gdLst/>
            <a:ahLst/>
            <a:cxnLst/>
            <a:rect l="l" t="t" r="r" b="b"/>
            <a:pathLst>
              <a:path w="19" h="1508" extrusionOk="0">
                <a:moveTo>
                  <a:pt x="19" y="1"/>
                </a:moveTo>
                <a:lnTo>
                  <a:pt x="0" y="19"/>
                </a:lnTo>
                <a:lnTo>
                  <a:pt x="0" y="1489"/>
                </a:lnTo>
                <a:lnTo>
                  <a:pt x="19" y="1508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3"/>
          <p:cNvSpPr/>
          <p:nvPr/>
        </p:nvSpPr>
        <p:spPr>
          <a:xfrm>
            <a:off x="7171883" y="2332280"/>
            <a:ext cx="2817" cy="220266"/>
          </a:xfrm>
          <a:custGeom>
            <a:avLst/>
            <a:gdLst/>
            <a:ahLst/>
            <a:cxnLst/>
            <a:rect l="l" t="t" r="r" b="b"/>
            <a:pathLst>
              <a:path w="20" h="1564" extrusionOk="0">
                <a:moveTo>
                  <a:pt x="19" y="0"/>
                </a:moveTo>
                <a:lnTo>
                  <a:pt x="1" y="38"/>
                </a:lnTo>
                <a:lnTo>
                  <a:pt x="1" y="1545"/>
                </a:lnTo>
                <a:lnTo>
                  <a:pt x="19" y="1564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3"/>
          <p:cNvSpPr/>
          <p:nvPr/>
        </p:nvSpPr>
        <p:spPr>
          <a:xfrm>
            <a:off x="7174559" y="2329605"/>
            <a:ext cx="2676" cy="228153"/>
          </a:xfrm>
          <a:custGeom>
            <a:avLst/>
            <a:gdLst/>
            <a:ahLst/>
            <a:cxnLst/>
            <a:rect l="l" t="t" r="r" b="b"/>
            <a:pathLst>
              <a:path w="19" h="1620" extrusionOk="0">
                <a:moveTo>
                  <a:pt x="19" y="1"/>
                </a:moveTo>
                <a:lnTo>
                  <a:pt x="0" y="19"/>
                </a:lnTo>
                <a:lnTo>
                  <a:pt x="0" y="1583"/>
                </a:lnTo>
                <a:lnTo>
                  <a:pt x="19" y="1620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3"/>
          <p:cNvSpPr/>
          <p:nvPr/>
        </p:nvSpPr>
        <p:spPr>
          <a:xfrm>
            <a:off x="7182445" y="2324394"/>
            <a:ext cx="2676" cy="238715"/>
          </a:xfrm>
          <a:custGeom>
            <a:avLst/>
            <a:gdLst/>
            <a:ahLst/>
            <a:cxnLst/>
            <a:rect l="l" t="t" r="r" b="b"/>
            <a:pathLst>
              <a:path w="19" h="1695" extrusionOk="0">
                <a:moveTo>
                  <a:pt x="19" y="0"/>
                </a:moveTo>
                <a:lnTo>
                  <a:pt x="0" y="19"/>
                </a:lnTo>
                <a:lnTo>
                  <a:pt x="0" y="1675"/>
                </a:lnTo>
                <a:lnTo>
                  <a:pt x="19" y="1694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3"/>
          <p:cNvSpPr/>
          <p:nvPr/>
        </p:nvSpPr>
        <p:spPr>
          <a:xfrm>
            <a:off x="7184980" y="2321718"/>
            <a:ext cx="2817" cy="243926"/>
          </a:xfrm>
          <a:custGeom>
            <a:avLst/>
            <a:gdLst/>
            <a:ahLst/>
            <a:cxnLst/>
            <a:rect l="l" t="t" r="r" b="b"/>
            <a:pathLst>
              <a:path w="20" h="1732" extrusionOk="0">
                <a:moveTo>
                  <a:pt x="19" y="1"/>
                </a:moveTo>
                <a:lnTo>
                  <a:pt x="1" y="19"/>
                </a:lnTo>
                <a:lnTo>
                  <a:pt x="1" y="1713"/>
                </a:lnTo>
                <a:lnTo>
                  <a:pt x="19" y="1732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3"/>
          <p:cNvSpPr/>
          <p:nvPr/>
        </p:nvSpPr>
        <p:spPr>
          <a:xfrm>
            <a:off x="7187656" y="2319183"/>
            <a:ext cx="2676" cy="249137"/>
          </a:xfrm>
          <a:custGeom>
            <a:avLst/>
            <a:gdLst/>
            <a:ahLst/>
            <a:cxnLst/>
            <a:rect l="l" t="t" r="r" b="b"/>
            <a:pathLst>
              <a:path w="19" h="1769" extrusionOk="0">
                <a:moveTo>
                  <a:pt x="19" y="0"/>
                </a:moveTo>
                <a:lnTo>
                  <a:pt x="0" y="19"/>
                </a:lnTo>
                <a:lnTo>
                  <a:pt x="0" y="1750"/>
                </a:lnTo>
                <a:lnTo>
                  <a:pt x="19" y="1768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3"/>
          <p:cNvSpPr/>
          <p:nvPr/>
        </p:nvSpPr>
        <p:spPr>
          <a:xfrm>
            <a:off x="7190332" y="2313972"/>
            <a:ext cx="2676" cy="256883"/>
          </a:xfrm>
          <a:custGeom>
            <a:avLst/>
            <a:gdLst/>
            <a:ahLst/>
            <a:cxnLst/>
            <a:rect l="l" t="t" r="r" b="b"/>
            <a:pathLst>
              <a:path w="19" h="1824" extrusionOk="0">
                <a:moveTo>
                  <a:pt x="19" y="0"/>
                </a:moveTo>
                <a:lnTo>
                  <a:pt x="0" y="37"/>
                </a:lnTo>
                <a:lnTo>
                  <a:pt x="0" y="1805"/>
                </a:lnTo>
                <a:lnTo>
                  <a:pt x="19" y="1824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3"/>
          <p:cNvSpPr/>
          <p:nvPr/>
        </p:nvSpPr>
        <p:spPr>
          <a:xfrm>
            <a:off x="7192867" y="2311296"/>
            <a:ext cx="2817" cy="264911"/>
          </a:xfrm>
          <a:custGeom>
            <a:avLst/>
            <a:gdLst/>
            <a:ahLst/>
            <a:cxnLst/>
            <a:rect l="l" t="t" r="r" b="b"/>
            <a:pathLst>
              <a:path w="20" h="1881" extrusionOk="0">
                <a:moveTo>
                  <a:pt x="19" y="0"/>
                </a:moveTo>
                <a:lnTo>
                  <a:pt x="1" y="19"/>
                </a:lnTo>
                <a:lnTo>
                  <a:pt x="1" y="1843"/>
                </a:lnTo>
                <a:lnTo>
                  <a:pt x="19" y="1880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3"/>
          <p:cNvSpPr/>
          <p:nvPr/>
        </p:nvSpPr>
        <p:spPr>
          <a:xfrm>
            <a:off x="7195543" y="2308620"/>
            <a:ext cx="5352" cy="270122"/>
          </a:xfrm>
          <a:custGeom>
            <a:avLst/>
            <a:gdLst/>
            <a:ahLst/>
            <a:cxnLst/>
            <a:rect l="l" t="t" r="r" b="b"/>
            <a:pathLst>
              <a:path w="38" h="1918" extrusionOk="0">
                <a:moveTo>
                  <a:pt x="37" y="1"/>
                </a:moveTo>
                <a:lnTo>
                  <a:pt x="0" y="19"/>
                </a:lnTo>
                <a:lnTo>
                  <a:pt x="0" y="1899"/>
                </a:lnTo>
                <a:lnTo>
                  <a:pt x="37" y="1918"/>
                </a:lnTo>
                <a:lnTo>
                  <a:pt x="37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3"/>
          <p:cNvSpPr/>
          <p:nvPr/>
        </p:nvSpPr>
        <p:spPr>
          <a:xfrm>
            <a:off x="7200754" y="2306085"/>
            <a:ext cx="2817" cy="275332"/>
          </a:xfrm>
          <a:custGeom>
            <a:avLst/>
            <a:gdLst/>
            <a:ahLst/>
            <a:cxnLst/>
            <a:rect l="l" t="t" r="r" b="b"/>
            <a:pathLst>
              <a:path w="20" h="1955" extrusionOk="0">
                <a:moveTo>
                  <a:pt x="19" y="0"/>
                </a:moveTo>
                <a:lnTo>
                  <a:pt x="0" y="19"/>
                </a:lnTo>
                <a:lnTo>
                  <a:pt x="0" y="1936"/>
                </a:lnTo>
                <a:lnTo>
                  <a:pt x="19" y="1954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43"/>
          <p:cNvSpPr/>
          <p:nvPr/>
        </p:nvSpPr>
        <p:spPr>
          <a:xfrm>
            <a:off x="7203430" y="2303410"/>
            <a:ext cx="2676" cy="280543"/>
          </a:xfrm>
          <a:custGeom>
            <a:avLst/>
            <a:gdLst/>
            <a:ahLst/>
            <a:cxnLst/>
            <a:rect l="l" t="t" r="r" b="b"/>
            <a:pathLst>
              <a:path w="19" h="1992" extrusionOk="0">
                <a:moveTo>
                  <a:pt x="19" y="1"/>
                </a:moveTo>
                <a:lnTo>
                  <a:pt x="0" y="19"/>
                </a:lnTo>
                <a:lnTo>
                  <a:pt x="0" y="1973"/>
                </a:lnTo>
                <a:lnTo>
                  <a:pt x="19" y="1992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3"/>
          <p:cNvSpPr/>
          <p:nvPr/>
        </p:nvSpPr>
        <p:spPr>
          <a:xfrm>
            <a:off x="7205965" y="2300734"/>
            <a:ext cx="2817" cy="285895"/>
          </a:xfrm>
          <a:custGeom>
            <a:avLst/>
            <a:gdLst/>
            <a:ahLst/>
            <a:cxnLst/>
            <a:rect l="l" t="t" r="r" b="b"/>
            <a:pathLst>
              <a:path w="20" h="2030" extrusionOk="0">
                <a:moveTo>
                  <a:pt x="19" y="1"/>
                </a:moveTo>
                <a:lnTo>
                  <a:pt x="1" y="20"/>
                </a:lnTo>
                <a:lnTo>
                  <a:pt x="1" y="2011"/>
                </a:lnTo>
                <a:lnTo>
                  <a:pt x="19" y="2030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43"/>
          <p:cNvSpPr/>
          <p:nvPr/>
        </p:nvSpPr>
        <p:spPr>
          <a:xfrm>
            <a:off x="7208640" y="2295523"/>
            <a:ext cx="2676" cy="293782"/>
          </a:xfrm>
          <a:custGeom>
            <a:avLst/>
            <a:gdLst/>
            <a:ahLst/>
            <a:cxnLst/>
            <a:rect l="l" t="t" r="r" b="b"/>
            <a:pathLst>
              <a:path w="19" h="2086" extrusionOk="0">
                <a:moveTo>
                  <a:pt x="19" y="1"/>
                </a:moveTo>
                <a:lnTo>
                  <a:pt x="0" y="38"/>
                </a:lnTo>
                <a:lnTo>
                  <a:pt x="0" y="2067"/>
                </a:lnTo>
                <a:lnTo>
                  <a:pt x="19" y="2085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43"/>
          <p:cNvSpPr/>
          <p:nvPr/>
        </p:nvSpPr>
        <p:spPr>
          <a:xfrm>
            <a:off x="7211175" y="2292988"/>
            <a:ext cx="2817" cy="301528"/>
          </a:xfrm>
          <a:custGeom>
            <a:avLst/>
            <a:gdLst/>
            <a:ahLst/>
            <a:cxnLst/>
            <a:rect l="l" t="t" r="r" b="b"/>
            <a:pathLst>
              <a:path w="20" h="2141" extrusionOk="0">
                <a:moveTo>
                  <a:pt x="20" y="0"/>
                </a:moveTo>
                <a:lnTo>
                  <a:pt x="1" y="19"/>
                </a:lnTo>
                <a:lnTo>
                  <a:pt x="1" y="2103"/>
                </a:lnTo>
                <a:lnTo>
                  <a:pt x="20" y="2140"/>
                </a:lnTo>
                <a:lnTo>
                  <a:pt x="2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43"/>
          <p:cNvSpPr/>
          <p:nvPr/>
        </p:nvSpPr>
        <p:spPr>
          <a:xfrm>
            <a:off x="7219062" y="2287636"/>
            <a:ext cx="2817" cy="312090"/>
          </a:xfrm>
          <a:custGeom>
            <a:avLst/>
            <a:gdLst/>
            <a:ahLst/>
            <a:cxnLst/>
            <a:rect l="l" t="t" r="r" b="b"/>
            <a:pathLst>
              <a:path w="20" h="2216" extrusionOk="0">
                <a:moveTo>
                  <a:pt x="19" y="1"/>
                </a:moveTo>
                <a:lnTo>
                  <a:pt x="1" y="20"/>
                </a:lnTo>
                <a:lnTo>
                  <a:pt x="1" y="2197"/>
                </a:lnTo>
                <a:lnTo>
                  <a:pt x="19" y="2216"/>
                </a:lnTo>
                <a:lnTo>
                  <a:pt x="1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43"/>
          <p:cNvSpPr/>
          <p:nvPr/>
        </p:nvSpPr>
        <p:spPr>
          <a:xfrm>
            <a:off x="7221738" y="2285101"/>
            <a:ext cx="2676" cy="317301"/>
          </a:xfrm>
          <a:custGeom>
            <a:avLst/>
            <a:gdLst/>
            <a:ahLst/>
            <a:cxnLst/>
            <a:rect l="l" t="t" r="r" b="b"/>
            <a:pathLst>
              <a:path w="19" h="2253" extrusionOk="0">
                <a:moveTo>
                  <a:pt x="19" y="0"/>
                </a:moveTo>
                <a:lnTo>
                  <a:pt x="0" y="19"/>
                </a:lnTo>
                <a:lnTo>
                  <a:pt x="0" y="2234"/>
                </a:lnTo>
                <a:lnTo>
                  <a:pt x="19" y="2252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43"/>
          <p:cNvSpPr/>
          <p:nvPr/>
        </p:nvSpPr>
        <p:spPr>
          <a:xfrm>
            <a:off x="7224273" y="2282425"/>
            <a:ext cx="2817" cy="322512"/>
          </a:xfrm>
          <a:custGeom>
            <a:avLst/>
            <a:gdLst/>
            <a:ahLst/>
            <a:cxnLst/>
            <a:rect l="l" t="t" r="r" b="b"/>
            <a:pathLst>
              <a:path w="20" h="2290" extrusionOk="0">
                <a:moveTo>
                  <a:pt x="20" y="1"/>
                </a:moveTo>
                <a:lnTo>
                  <a:pt x="1" y="19"/>
                </a:lnTo>
                <a:lnTo>
                  <a:pt x="1" y="2271"/>
                </a:lnTo>
                <a:lnTo>
                  <a:pt x="20" y="2290"/>
                </a:lnTo>
                <a:lnTo>
                  <a:pt x="2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43"/>
          <p:cNvSpPr/>
          <p:nvPr/>
        </p:nvSpPr>
        <p:spPr>
          <a:xfrm>
            <a:off x="7226949" y="2279890"/>
            <a:ext cx="2817" cy="327723"/>
          </a:xfrm>
          <a:custGeom>
            <a:avLst/>
            <a:gdLst/>
            <a:ahLst/>
            <a:cxnLst/>
            <a:rect l="l" t="t" r="r" b="b"/>
            <a:pathLst>
              <a:path w="20" h="2327" extrusionOk="0">
                <a:moveTo>
                  <a:pt x="19" y="0"/>
                </a:moveTo>
                <a:lnTo>
                  <a:pt x="1" y="19"/>
                </a:lnTo>
                <a:lnTo>
                  <a:pt x="1" y="2308"/>
                </a:lnTo>
                <a:lnTo>
                  <a:pt x="19" y="2326"/>
                </a:lnTo>
                <a:lnTo>
                  <a:pt x="19" y="2308"/>
                </a:lnTo>
                <a:lnTo>
                  <a:pt x="19" y="19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43"/>
          <p:cNvSpPr/>
          <p:nvPr/>
        </p:nvSpPr>
        <p:spPr>
          <a:xfrm>
            <a:off x="7229625" y="2282425"/>
            <a:ext cx="2676" cy="322512"/>
          </a:xfrm>
          <a:custGeom>
            <a:avLst/>
            <a:gdLst/>
            <a:ahLst/>
            <a:cxnLst/>
            <a:rect l="l" t="t" r="r" b="b"/>
            <a:pathLst>
              <a:path w="19" h="2290" extrusionOk="0">
                <a:moveTo>
                  <a:pt x="0" y="1"/>
                </a:moveTo>
                <a:lnTo>
                  <a:pt x="0" y="2290"/>
                </a:lnTo>
                <a:lnTo>
                  <a:pt x="19" y="2271"/>
                </a:lnTo>
                <a:lnTo>
                  <a:pt x="19" y="19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43"/>
          <p:cNvSpPr/>
          <p:nvPr/>
        </p:nvSpPr>
        <p:spPr>
          <a:xfrm>
            <a:off x="7232160" y="2285101"/>
            <a:ext cx="5352" cy="317301"/>
          </a:xfrm>
          <a:custGeom>
            <a:avLst/>
            <a:gdLst/>
            <a:ahLst/>
            <a:cxnLst/>
            <a:rect l="l" t="t" r="r" b="b"/>
            <a:pathLst>
              <a:path w="38" h="2253" extrusionOk="0">
                <a:moveTo>
                  <a:pt x="1" y="0"/>
                </a:moveTo>
                <a:lnTo>
                  <a:pt x="1" y="2252"/>
                </a:lnTo>
                <a:lnTo>
                  <a:pt x="38" y="2234"/>
                </a:lnTo>
                <a:lnTo>
                  <a:pt x="38" y="19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43"/>
          <p:cNvSpPr/>
          <p:nvPr/>
        </p:nvSpPr>
        <p:spPr>
          <a:xfrm>
            <a:off x="7237511" y="2287636"/>
            <a:ext cx="2676" cy="312090"/>
          </a:xfrm>
          <a:custGeom>
            <a:avLst/>
            <a:gdLst/>
            <a:ahLst/>
            <a:cxnLst/>
            <a:rect l="l" t="t" r="r" b="b"/>
            <a:pathLst>
              <a:path w="19" h="2216" extrusionOk="0">
                <a:moveTo>
                  <a:pt x="0" y="1"/>
                </a:moveTo>
                <a:lnTo>
                  <a:pt x="0" y="2216"/>
                </a:lnTo>
                <a:lnTo>
                  <a:pt x="19" y="2197"/>
                </a:lnTo>
                <a:lnTo>
                  <a:pt x="19" y="20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3"/>
          <p:cNvSpPr/>
          <p:nvPr/>
        </p:nvSpPr>
        <p:spPr>
          <a:xfrm>
            <a:off x="7240046" y="2290312"/>
            <a:ext cx="2817" cy="306739"/>
          </a:xfrm>
          <a:custGeom>
            <a:avLst/>
            <a:gdLst/>
            <a:ahLst/>
            <a:cxnLst/>
            <a:rect l="l" t="t" r="r" b="b"/>
            <a:pathLst>
              <a:path w="20" h="2178" extrusionOk="0">
                <a:moveTo>
                  <a:pt x="1" y="1"/>
                </a:moveTo>
                <a:lnTo>
                  <a:pt x="1" y="2178"/>
                </a:lnTo>
                <a:lnTo>
                  <a:pt x="19" y="2159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43"/>
          <p:cNvSpPr/>
          <p:nvPr/>
        </p:nvSpPr>
        <p:spPr>
          <a:xfrm>
            <a:off x="7245257" y="2295523"/>
            <a:ext cx="2817" cy="293782"/>
          </a:xfrm>
          <a:custGeom>
            <a:avLst/>
            <a:gdLst/>
            <a:ahLst/>
            <a:cxnLst/>
            <a:rect l="l" t="t" r="r" b="b"/>
            <a:pathLst>
              <a:path w="20" h="2086" extrusionOk="0">
                <a:moveTo>
                  <a:pt x="1" y="1"/>
                </a:moveTo>
                <a:lnTo>
                  <a:pt x="1" y="2085"/>
                </a:lnTo>
                <a:lnTo>
                  <a:pt x="19" y="2067"/>
                </a:lnTo>
                <a:lnTo>
                  <a:pt x="19" y="3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43"/>
          <p:cNvSpPr/>
          <p:nvPr/>
        </p:nvSpPr>
        <p:spPr>
          <a:xfrm>
            <a:off x="7253144" y="2303410"/>
            <a:ext cx="2817" cy="280543"/>
          </a:xfrm>
          <a:custGeom>
            <a:avLst/>
            <a:gdLst/>
            <a:ahLst/>
            <a:cxnLst/>
            <a:rect l="l" t="t" r="r" b="b"/>
            <a:pathLst>
              <a:path w="20" h="1992" extrusionOk="0">
                <a:moveTo>
                  <a:pt x="1" y="1"/>
                </a:moveTo>
                <a:lnTo>
                  <a:pt x="1" y="1992"/>
                </a:lnTo>
                <a:lnTo>
                  <a:pt x="19" y="1973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3"/>
          <p:cNvSpPr/>
          <p:nvPr/>
        </p:nvSpPr>
        <p:spPr>
          <a:xfrm>
            <a:off x="7255820" y="2306085"/>
            <a:ext cx="2676" cy="275332"/>
          </a:xfrm>
          <a:custGeom>
            <a:avLst/>
            <a:gdLst/>
            <a:ahLst/>
            <a:cxnLst/>
            <a:rect l="l" t="t" r="r" b="b"/>
            <a:pathLst>
              <a:path w="19" h="1955" extrusionOk="0">
                <a:moveTo>
                  <a:pt x="0" y="0"/>
                </a:moveTo>
                <a:lnTo>
                  <a:pt x="0" y="1954"/>
                </a:lnTo>
                <a:lnTo>
                  <a:pt x="19" y="1936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3"/>
          <p:cNvSpPr/>
          <p:nvPr/>
        </p:nvSpPr>
        <p:spPr>
          <a:xfrm>
            <a:off x="7258355" y="2308620"/>
            <a:ext cx="2817" cy="270122"/>
          </a:xfrm>
          <a:custGeom>
            <a:avLst/>
            <a:gdLst/>
            <a:ahLst/>
            <a:cxnLst/>
            <a:rect l="l" t="t" r="r" b="b"/>
            <a:pathLst>
              <a:path w="20" h="1918" extrusionOk="0">
                <a:moveTo>
                  <a:pt x="1" y="1"/>
                </a:moveTo>
                <a:lnTo>
                  <a:pt x="1" y="1918"/>
                </a:lnTo>
                <a:lnTo>
                  <a:pt x="19" y="1899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43"/>
          <p:cNvSpPr/>
          <p:nvPr/>
        </p:nvSpPr>
        <p:spPr>
          <a:xfrm>
            <a:off x="7261031" y="2311296"/>
            <a:ext cx="2817" cy="264911"/>
          </a:xfrm>
          <a:custGeom>
            <a:avLst/>
            <a:gdLst/>
            <a:ahLst/>
            <a:cxnLst/>
            <a:rect l="l" t="t" r="r" b="b"/>
            <a:pathLst>
              <a:path w="20" h="1881" extrusionOk="0">
                <a:moveTo>
                  <a:pt x="0" y="0"/>
                </a:moveTo>
                <a:lnTo>
                  <a:pt x="0" y="1880"/>
                </a:lnTo>
                <a:lnTo>
                  <a:pt x="19" y="1843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43"/>
          <p:cNvSpPr/>
          <p:nvPr/>
        </p:nvSpPr>
        <p:spPr>
          <a:xfrm>
            <a:off x="7263706" y="2313972"/>
            <a:ext cx="2676" cy="256883"/>
          </a:xfrm>
          <a:custGeom>
            <a:avLst/>
            <a:gdLst/>
            <a:ahLst/>
            <a:cxnLst/>
            <a:rect l="l" t="t" r="r" b="b"/>
            <a:pathLst>
              <a:path w="19" h="1824" extrusionOk="0">
                <a:moveTo>
                  <a:pt x="0" y="0"/>
                </a:moveTo>
                <a:lnTo>
                  <a:pt x="0" y="1824"/>
                </a:lnTo>
                <a:lnTo>
                  <a:pt x="19" y="1805"/>
                </a:lnTo>
                <a:lnTo>
                  <a:pt x="19" y="37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3"/>
          <p:cNvSpPr/>
          <p:nvPr/>
        </p:nvSpPr>
        <p:spPr>
          <a:xfrm>
            <a:off x="7266241" y="2319183"/>
            <a:ext cx="5352" cy="249137"/>
          </a:xfrm>
          <a:custGeom>
            <a:avLst/>
            <a:gdLst/>
            <a:ahLst/>
            <a:cxnLst/>
            <a:rect l="l" t="t" r="r" b="b"/>
            <a:pathLst>
              <a:path w="38" h="1769" extrusionOk="0">
                <a:moveTo>
                  <a:pt x="1" y="0"/>
                </a:moveTo>
                <a:lnTo>
                  <a:pt x="1" y="1768"/>
                </a:lnTo>
                <a:lnTo>
                  <a:pt x="38" y="1750"/>
                </a:lnTo>
                <a:lnTo>
                  <a:pt x="38" y="19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3"/>
          <p:cNvSpPr/>
          <p:nvPr/>
        </p:nvSpPr>
        <p:spPr>
          <a:xfrm>
            <a:off x="7271452" y="2321718"/>
            <a:ext cx="2817" cy="243926"/>
          </a:xfrm>
          <a:custGeom>
            <a:avLst/>
            <a:gdLst/>
            <a:ahLst/>
            <a:cxnLst/>
            <a:rect l="l" t="t" r="r" b="b"/>
            <a:pathLst>
              <a:path w="20" h="1732" extrusionOk="0">
                <a:moveTo>
                  <a:pt x="1" y="1"/>
                </a:moveTo>
                <a:lnTo>
                  <a:pt x="1" y="1732"/>
                </a:lnTo>
                <a:lnTo>
                  <a:pt x="20" y="1713"/>
                </a:lnTo>
                <a:lnTo>
                  <a:pt x="20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3"/>
          <p:cNvSpPr/>
          <p:nvPr/>
        </p:nvSpPr>
        <p:spPr>
          <a:xfrm>
            <a:off x="7274128" y="2324394"/>
            <a:ext cx="2817" cy="238715"/>
          </a:xfrm>
          <a:custGeom>
            <a:avLst/>
            <a:gdLst/>
            <a:ahLst/>
            <a:cxnLst/>
            <a:rect l="l" t="t" r="r" b="b"/>
            <a:pathLst>
              <a:path w="20" h="1695" extrusionOk="0">
                <a:moveTo>
                  <a:pt x="1" y="0"/>
                </a:moveTo>
                <a:lnTo>
                  <a:pt x="1" y="1694"/>
                </a:lnTo>
                <a:lnTo>
                  <a:pt x="19" y="1675"/>
                </a:lnTo>
                <a:lnTo>
                  <a:pt x="19" y="19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3"/>
          <p:cNvSpPr/>
          <p:nvPr/>
        </p:nvSpPr>
        <p:spPr>
          <a:xfrm>
            <a:off x="7276804" y="2327070"/>
            <a:ext cx="2676" cy="233364"/>
          </a:xfrm>
          <a:custGeom>
            <a:avLst/>
            <a:gdLst/>
            <a:ahLst/>
            <a:cxnLst/>
            <a:rect l="l" t="t" r="r" b="b"/>
            <a:pathLst>
              <a:path w="19" h="1657" extrusionOk="0">
                <a:moveTo>
                  <a:pt x="0" y="0"/>
                </a:moveTo>
                <a:lnTo>
                  <a:pt x="0" y="1656"/>
                </a:lnTo>
                <a:lnTo>
                  <a:pt x="19" y="1638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43"/>
          <p:cNvSpPr/>
          <p:nvPr/>
        </p:nvSpPr>
        <p:spPr>
          <a:xfrm>
            <a:off x="7279339" y="2329605"/>
            <a:ext cx="2817" cy="228153"/>
          </a:xfrm>
          <a:custGeom>
            <a:avLst/>
            <a:gdLst/>
            <a:ahLst/>
            <a:cxnLst/>
            <a:rect l="l" t="t" r="r" b="b"/>
            <a:pathLst>
              <a:path w="20" h="1620" extrusionOk="0">
                <a:moveTo>
                  <a:pt x="1" y="1"/>
                </a:moveTo>
                <a:lnTo>
                  <a:pt x="1" y="1620"/>
                </a:lnTo>
                <a:lnTo>
                  <a:pt x="19" y="1583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43"/>
          <p:cNvSpPr/>
          <p:nvPr/>
        </p:nvSpPr>
        <p:spPr>
          <a:xfrm>
            <a:off x="7284550" y="2337491"/>
            <a:ext cx="5493" cy="212379"/>
          </a:xfrm>
          <a:custGeom>
            <a:avLst/>
            <a:gdLst/>
            <a:ahLst/>
            <a:cxnLst/>
            <a:rect l="l" t="t" r="r" b="b"/>
            <a:pathLst>
              <a:path w="39" h="1508" extrusionOk="0">
                <a:moveTo>
                  <a:pt x="1" y="1"/>
                </a:moveTo>
                <a:lnTo>
                  <a:pt x="1" y="1508"/>
                </a:lnTo>
                <a:lnTo>
                  <a:pt x="38" y="1489"/>
                </a:lnTo>
                <a:lnTo>
                  <a:pt x="38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43"/>
          <p:cNvSpPr/>
          <p:nvPr/>
        </p:nvSpPr>
        <p:spPr>
          <a:xfrm>
            <a:off x="7289902" y="2340167"/>
            <a:ext cx="2676" cy="207168"/>
          </a:xfrm>
          <a:custGeom>
            <a:avLst/>
            <a:gdLst/>
            <a:ahLst/>
            <a:cxnLst/>
            <a:rect l="l" t="t" r="r" b="b"/>
            <a:pathLst>
              <a:path w="19" h="1471" extrusionOk="0">
                <a:moveTo>
                  <a:pt x="0" y="0"/>
                </a:moveTo>
                <a:lnTo>
                  <a:pt x="0" y="1470"/>
                </a:lnTo>
                <a:lnTo>
                  <a:pt x="19" y="1452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43"/>
          <p:cNvSpPr/>
          <p:nvPr/>
        </p:nvSpPr>
        <p:spPr>
          <a:xfrm>
            <a:off x="7292437" y="2342702"/>
            <a:ext cx="2817" cy="201957"/>
          </a:xfrm>
          <a:custGeom>
            <a:avLst/>
            <a:gdLst/>
            <a:ahLst/>
            <a:cxnLst/>
            <a:rect l="l" t="t" r="r" b="b"/>
            <a:pathLst>
              <a:path w="20" h="1434" extrusionOk="0">
                <a:moveTo>
                  <a:pt x="1" y="1"/>
                </a:moveTo>
                <a:lnTo>
                  <a:pt x="1" y="1434"/>
                </a:lnTo>
                <a:lnTo>
                  <a:pt x="19" y="1415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43"/>
          <p:cNvSpPr/>
          <p:nvPr/>
        </p:nvSpPr>
        <p:spPr>
          <a:xfrm>
            <a:off x="7295112" y="2345378"/>
            <a:ext cx="2817" cy="196746"/>
          </a:xfrm>
          <a:custGeom>
            <a:avLst/>
            <a:gdLst/>
            <a:ahLst/>
            <a:cxnLst/>
            <a:rect l="l" t="t" r="r" b="b"/>
            <a:pathLst>
              <a:path w="20" h="1397" extrusionOk="0">
                <a:moveTo>
                  <a:pt x="0" y="0"/>
                </a:moveTo>
                <a:lnTo>
                  <a:pt x="0" y="1396"/>
                </a:lnTo>
                <a:lnTo>
                  <a:pt x="19" y="1378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43"/>
          <p:cNvSpPr/>
          <p:nvPr/>
        </p:nvSpPr>
        <p:spPr>
          <a:xfrm>
            <a:off x="7297788" y="2347913"/>
            <a:ext cx="2676" cy="191536"/>
          </a:xfrm>
          <a:custGeom>
            <a:avLst/>
            <a:gdLst/>
            <a:ahLst/>
            <a:cxnLst/>
            <a:rect l="l" t="t" r="r" b="b"/>
            <a:pathLst>
              <a:path w="19" h="1360" extrusionOk="0">
                <a:moveTo>
                  <a:pt x="0" y="1"/>
                </a:moveTo>
                <a:lnTo>
                  <a:pt x="0" y="1360"/>
                </a:lnTo>
                <a:lnTo>
                  <a:pt x="19" y="1322"/>
                </a:lnTo>
                <a:lnTo>
                  <a:pt x="19" y="20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43"/>
          <p:cNvSpPr/>
          <p:nvPr/>
        </p:nvSpPr>
        <p:spPr>
          <a:xfrm>
            <a:off x="7300323" y="2350589"/>
            <a:ext cx="2817" cy="183649"/>
          </a:xfrm>
          <a:custGeom>
            <a:avLst/>
            <a:gdLst/>
            <a:ahLst/>
            <a:cxnLst/>
            <a:rect l="l" t="t" r="r" b="b"/>
            <a:pathLst>
              <a:path w="20" h="1304" extrusionOk="0">
                <a:moveTo>
                  <a:pt x="1" y="1"/>
                </a:moveTo>
                <a:lnTo>
                  <a:pt x="1" y="1303"/>
                </a:lnTo>
                <a:lnTo>
                  <a:pt x="19" y="1285"/>
                </a:lnTo>
                <a:lnTo>
                  <a:pt x="19" y="3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43"/>
          <p:cNvSpPr/>
          <p:nvPr/>
        </p:nvSpPr>
        <p:spPr>
          <a:xfrm>
            <a:off x="7302999" y="2355800"/>
            <a:ext cx="5352" cy="175762"/>
          </a:xfrm>
          <a:custGeom>
            <a:avLst/>
            <a:gdLst/>
            <a:ahLst/>
            <a:cxnLst/>
            <a:rect l="l" t="t" r="r" b="b"/>
            <a:pathLst>
              <a:path w="38" h="1248" extrusionOk="0">
                <a:moveTo>
                  <a:pt x="0" y="1"/>
                </a:moveTo>
                <a:lnTo>
                  <a:pt x="0" y="1248"/>
                </a:lnTo>
                <a:lnTo>
                  <a:pt x="37" y="1229"/>
                </a:lnTo>
                <a:lnTo>
                  <a:pt x="37" y="19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43"/>
          <p:cNvSpPr/>
          <p:nvPr/>
        </p:nvSpPr>
        <p:spPr>
          <a:xfrm>
            <a:off x="7308210" y="2358475"/>
            <a:ext cx="2817" cy="170551"/>
          </a:xfrm>
          <a:custGeom>
            <a:avLst/>
            <a:gdLst/>
            <a:ahLst/>
            <a:cxnLst/>
            <a:rect l="l" t="t" r="r" b="b"/>
            <a:pathLst>
              <a:path w="20" h="1211" extrusionOk="0">
                <a:moveTo>
                  <a:pt x="0" y="0"/>
                </a:moveTo>
                <a:lnTo>
                  <a:pt x="0" y="1210"/>
                </a:lnTo>
                <a:lnTo>
                  <a:pt x="19" y="1192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3"/>
          <p:cNvSpPr/>
          <p:nvPr/>
        </p:nvSpPr>
        <p:spPr>
          <a:xfrm>
            <a:off x="7310886" y="2361151"/>
            <a:ext cx="2676" cy="165199"/>
          </a:xfrm>
          <a:custGeom>
            <a:avLst/>
            <a:gdLst/>
            <a:ahLst/>
            <a:cxnLst/>
            <a:rect l="l" t="t" r="r" b="b"/>
            <a:pathLst>
              <a:path w="19" h="1173" extrusionOk="0">
                <a:moveTo>
                  <a:pt x="0" y="0"/>
                </a:moveTo>
                <a:lnTo>
                  <a:pt x="0" y="1173"/>
                </a:lnTo>
                <a:lnTo>
                  <a:pt x="19" y="1154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3"/>
          <p:cNvSpPr/>
          <p:nvPr/>
        </p:nvSpPr>
        <p:spPr>
          <a:xfrm>
            <a:off x="7313421" y="2363686"/>
            <a:ext cx="2817" cy="159989"/>
          </a:xfrm>
          <a:custGeom>
            <a:avLst/>
            <a:gdLst/>
            <a:ahLst/>
            <a:cxnLst/>
            <a:rect l="l" t="t" r="r" b="b"/>
            <a:pathLst>
              <a:path w="20" h="1136" extrusionOk="0">
                <a:moveTo>
                  <a:pt x="1" y="1"/>
                </a:moveTo>
                <a:lnTo>
                  <a:pt x="1" y="1136"/>
                </a:lnTo>
                <a:lnTo>
                  <a:pt x="19" y="1117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3"/>
          <p:cNvSpPr/>
          <p:nvPr/>
        </p:nvSpPr>
        <p:spPr>
          <a:xfrm>
            <a:off x="7316097" y="2366362"/>
            <a:ext cx="2676" cy="154778"/>
          </a:xfrm>
          <a:custGeom>
            <a:avLst/>
            <a:gdLst/>
            <a:ahLst/>
            <a:cxnLst/>
            <a:rect l="l" t="t" r="r" b="b"/>
            <a:pathLst>
              <a:path w="19" h="1099" extrusionOk="0">
                <a:moveTo>
                  <a:pt x="0" y="0"/>
                </a:moveTo>
                <a:lnTo>
                  <a:pt x="0" y="1098"/>
                </a:lnTo>
                <a:lnTo>
                  <a:pt x="19" y="1061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3"/>
          <p:cNvSpPr/>
          <p:nvPr/>
        </p:nvSpPr>
        <p:spPr>
          <a:xfrm>
            <a:off x="7318632" y="2368897"/>
            <a:ext cx="2817" cy="147032"/>
          </a:xfrm>
          <a:custGeom>
            <a:avLst/>
            <a:gdLst/>
            <a:ahLst/>
            <a:cxnLst/>
            <a:rect l="l" t="t" r="r" b="b"/>
            <a:pathLst>
              <a:path w="20" h="1044" extrusionOk="0">
                <a:moveTo>
                  <a:pt x="1" y="1"/>
                </a:moveTo>
                <a:lnTo>
                  <a:pt x="1" y="1043"/>
                </a:lnTo>
                <a:lnTo>
                  <a:pt x="20" y="1024"/>
                </a:lnTo>
                <a:lnTo>
                  <a:pt x="20" y="3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3"/>
          <p:cNvSpPr/>
          <p:nvPr/>
        </p:nvSpPr>
        <p:spPr>
          <a:xfrm>
            <a:off x="7321308" y="2374249"/>
            <a:ext cx="5352" cy="139004"/>
          </a:xfrm>
          <a:custGeom>
            <a:avLst/>
            <a:gdLst/>
            <a:ahLst/>
            <a:cxnLst/>
            <a:rect l="l" t="t" r="r" b="b"/>
            <a:pathLst>
              <a:path w="38" h="987" extrusionOk="0">
                <a:moveTo>
                  <a:pt x="1" y="0"/>
                </a:moveTo>
                <a:lnTo>
                  <a:pt x="1" y="986"/>
                </a:lnTo>
                <a:lnTo>
                  <a:pt x="38" y="968"/>
                </a:lnTo>
                <a:lnTo>
                  <a:pt x="38" y="19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3"/>
          <p:cNvSpPr/>
          <p:nvPr/>
        </p:nvSpPr>
        <p:spPr>
          <a:xfrm>
            <a:off x="7326518" y="2376784"/>
            <a:ext cx="2817" cy="133793"/>
          </a:xfrm>
          <a:custGeom>
            <a:avLst/>
            <a:gdLst/>
            <a:ahLst/>
            <a:cxnLst/>
            <a:rect l="l" t="t" r="r" b="b"/>
            <a:pathLst>
              <a:path w="20" h="950" extrusionOk="0">
                <a:moveTo>
                  <a:pt x="1" y="1"/>
                </a:moveTo>
                <a:lnTo>
                  <a:pt x="1" y="950"/>
                </a:lnTo>
                <a:lnTo>
                  <a:pt x="19" y="931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3"/>
          <p:cNvSpPr/>
          <p:nvPr/>
        </p:nvSpPr>
        <p:spPr>
          <a:xfrm>
            <a:off x="7329194" y="2379460"/>
            <a:ext cx="2676" cy="128582"/>
          </a:xfrm>
          <a:custGeom>
            <a:avLst/>
            <a:gdLst/>
            <a:ahLst/>
            <a:cxnLst/>
            <a:rect l="l" t="t" r="r" b="b"/>
            <a:pathLst>
              <a:path w="19" h="913" extrusionOk="0">
                <a:moveTo>
                  <a:pt x="0" y="0"/>
                </a:moveTo>
                <a:lnTo>
                  <a:pt x="0" y="912"/>
                </a:lnTo>
                <a:lnTo>
                  <a:pt x="19" y="894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3"/>
          <p:cNvSpPr/>
          <p:nvPr/>
        </p:nvSpPr>
        <p:spPr>
          <a:xfrm>
            <a:off x="7331729" y="2381995"/>
            <a:ext cx="2817" cy="123371"/>
          </a:xfrm>
          <a:custGeom>
            <a:avLst/>
            <a:gdLst/>
            <a:ahLst/>
            <a:cxnLst/>
            <a:rect l="l" t="t" r="r" b="b"/>
            <a:pathLst>
              <a:path w="20" h="876" extrusionOk="0">
                <a:moveTo>
                  <a:pt x="1" y="1"/>
                </a:moveTo>
                <a:lnTo>
                  <a:pt x="1" y="876"/>
                </a:lnTo>
                <a:lnTo>
                  <a:pt x="20" y="857"/>
                </a:lnTo>
                <a:lnTo>
                  <a:pt x="20" y="20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3"/>
          <p:cNvSpPr/>
          <p:nvPr/>
        </p:nvSpPr>
        <p:spPr>
          <a:xfrm>
            <a:off x="7334405" y="2384671"/>
            <a:ext cx="2817" cy="118020"/>
          </a:xfrm>
          <a:custGeom>
            <a:avLst/>
            <a:gdLst/>
            <a:ahLst/>
            <a:cxnLst/>
            <a:rect l="l" t="t" r="r" b="b"/>
            <a:pathLst>
              <a:path w="20" h="838" extrusionOk="0">
                <a:moveTo>
                  <a:pt x="1" y="1"/>
                </a:moveTo>
                <a:lnTo>
                  <a:pt x="1" y="838"/>
                </a:lnTo>
                <a:lnTo>
                  <a:pt x="19" y="801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3"/>
          <p:cNvSpPr/>
          <p:nvPr/>
        </p:nvSpPr>
        <p:spPr>
          <a:xfrm>
            <a:off x="7337081" y="2387346"/>
            <a:ext cx="2676" cy="110133"/>
          </a:xfrm>
          <a:custGeom>
            <a:avLst/>
            <a:gdLst/>
            <a:ahLst/>
            <a:cxnLst/>
            <a:rect l="l" t="t" r="r" b="b"/>
            <a:pathLst>
              <a:path w="19" h="782" extrusionOk="0">
                <a:moveTo>
                  <a:pt x="0" y="0"/>
                </a:moveTo>
                <a:lnTo>
                  <a:pt x="0" y="782"/>
                </a:lnTo>
                <a:lnTo>
                  <a:pt x="19" y="763"/>
                </a:lnTo>
                <a:lnTo>
                  <a:pt x="19" y="37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3"/>
          <p:cNvSpPr/>
          <p:nvPr/>
        </p:nvSpPr>
        <p:spPr>
          <a:xfrm>
            <a:off x="7339616" y="2392557"/>
            <a:ext cx="5493" cy="102387"/>
          </a:xfrm>
          <a:custGeom>
            <a:avLst/>
            <a:gdLst/>
            <a:ahLst/>
            <a:cxnLst/>
            <a:rect l="l" t="t" r="r" b="b"/>
            <a:pathLst>
              <a:path w="39" h="727" extrusionOk="0">
                <a:moveTo>
                  <a:pt x="1" y="0"/>
                </a:moveTo>
                <a:lnTo>
                  <a:pt x="1" y="726"/>
                </a:lnTo>
                <a:lnTo>
                  <a:pt x="38" y="708"/>
                </a:lnTo>
                <a:lnTo>
                  <a:pt x="38" y="19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3"/>
          <p:cNvSpPr/>
          <p:nvPr/>
        </p:nvSpPr>
        <p:spPr>
          <a:xfrm>
            <a:off x="7344968" y="2395092"/>
            <a:ext cx="2676" cy="97176"/>
          </a:xfrm>
          <a:custGeom>
            <a:avLst/>
            <a:gdLst/>
            <a:ahLst/>
            <a:cxnLst/>
            <a:rect l="l" t="t" r="r" b="b"/>
            <a:pathLst>
              <a:path w="19" h="690" extrusionOk="0">
                <a:moveTo>
                  <a:pt x="0" y="1"/>
                </a:moveTo>
                <a:lnTo>
                  <a:pt x="0" y="690"/>
                </a:lnTo>
                <a:lnTo>
                  <a:pt x="19" y="671"/>
                </a:lnTo>
                <a:lnTo>
                  <a:pt x="19" y="20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3"/>
          <p:cNvSpPr/>
          <p:nvPr/>
        </p:nvSpPr>
        <p:spPr>
          <a:xfrm>
            <a:off x="7347503" y="2397768"/>
            <a:ext cx="2817" cy="91824"/>
          </a:xfrm>
          <a:custGeom>
            <a:avLst/>
            <a:gdLst/>
            <a:ahLst/>
            <a:cxnLst/>
            <a:rect l="l" t="t" r="r" b="b"/>
            <a:pathLst>
              <a:path w="20" h="652" extrusionOk="0">
                <a:moveTo>
                  <a:pt x="1" y="1"/>
                </a:moveTo>
                <a:lnTo>
                  <a:pt x="1" y="652"/>
                </a:lnTo>
                <a:lnTo>
                  <a:pt x="19" y="633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3"/>
          <p:cNvSpPr/>
          <p:nvPr/>
        </p:nvSpPr>
        <p:spPr>
          <a:xfrm>
            <a:off x="7350178" y="2400444"/>
            <a:ext cx="2676" cy="86614"/>
          </a:xfrm>
          <a:custGeom>
            <a:avLst/>
            <a:gdLst/>
            <a:ahLst/>
            <a:cxnLst/>
            <a:rect l="l" t="t" r="r" b="b"/>
            <a:pathLst>
              <a:path w="19" h="615" extrusionOk="0">
                <a:moveTo>
                  <a:pt x="0" y="0"/>
                </a:moveTo>
                <a:lnTo>
                  <a:pt x="0" y="614"/>
                </a:lnTo>
                <a:lnTo>
                  <a:pt x="19" y="596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3"/>
          <p:cNvSpPr/>
          <p:nvPr/>
        </p:nvSpPr>
        <p:spPr>
          <a:xfrm>
            <a:off x="7352713" y="2402979"/>
            <a:ext cx="2817" cy="81403"/>
          </a:xfrm>
          <a:custGeom>
            <a:avLst/>
            <a:gdLst/>
            <a:ahLst/>
            <a:cxnLst/>
            <a:rect l="l" t="t" r="r" b="b"/>
            <a:pathLst>
              <a:path w="20" h="578" extrusionOk="0">
                <a:moveTo>
                  <a:pt x="1" y="1"/>
                </a:moveTo>
                <a:lnTo>
                  <a:pt x="1" y="578"/>
                </a:lnTo>
                <a:lnTo>
                  <a:pt x="19" y="541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3"/>
          <p:cNvSpPr/>
          <p:nvPr/>
        </p:nvSpPr>
        <p:spPr>
          <a:xfrm>
            <a:off x="7355389" y="2405655"/>
            <a:ext cx="2817" cy="73516"/>
          </a:xfrm>
          <a:custGeom>
            <a:avLst/>
            <a:gdLst/>
            <a:ahLst/>
            <a:cxnLst/>
            <a:rect l="l" t="t" r="r" b="b"/>
            <a:pathLst>
              <a:path w="20" h="522" extrusionOk="0">
                <a:moveTo>
                  <a:pt x="0" y="0"/>
                </a:moveTo>
                <a:lnTo>
                  <a:pt x="0" y="522"/>
                </a:lnTo>
                <a:lnTo>
                  <a:pt x="19" y="503"/>
                </a:lnTo>
                <a:lnTo>
                  <a:pt x="19" y="3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3"/>
          <p:cNvSpPr/>
          <p:nvPr/>
        </p:nvSpPr>
        <p:spPr>
          <a:xfrm>
            <a:off x="7358065" y="2410866"/>
            <a:ext cx="5352" cy="65629"/>
          </a:xfrm>
          <a:custGeom>
            <a:avLst/>
            <a:gdLst/>
            <a:ahLst/>
            <a:cxnLst/>
            <a:rect l="l" t="t" r="r" b="b"/>
            <a:pathLst>
              <a:path w="38" h="466" extrusionOk="0">
                <a:moveTo>
                  <a:pt x="0" y="1"/>
                </a:moveTo>
                <a:lnTo>
                  <a:pt x="0" y="466"/>
                </a:lnTo>
                <a:lnTo>
                  <a:pt x="37" y="447"/>
                </a:lnTo>
                <a:lnTo>
                  <a:pt x="37" y="19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3"/>
          <p:cNvSpPr/>
          <p:nvPr/>
        </p:nvSpPr>
        <p:spPr>
          <a:xfrm>
            <a:off x="7363276" y="2413541"/>
            <a:ext cx="2676" cy="60418"/>
          </a:xfrm>
          <a:custGeom>
            <a:avLst/>
            <a:gdLst/>
            <a:ahLst/>
            <a:cxnLst/>
            <a:rect l="l" t="t" r="r" b="b"/>
            <a:pathLst>
              <a:path w="19" h="429" extrusionOk="0">
                <a:moveTo>
                  <a:pt x="0" y="0"/>
                </a:moveTo>
                <a:lnTo>
                  <a:pt x="0" y="428"/>
                </a:lnTo>
                <a:lnTo>
                  <a:pt x="19" y="410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3"/>
          <p:cNvSpPr/>
          <p:nvPr/>
        </p:nvSpPr>
        <p:spPr>
          <a:xfrm>
            <a:off x="7365811" y="2416076"/>
            <a:ext cx="2817" cy="55207"/>
          </a:xfrm>
          <a:custGeom>
            <a:avLst/>
            <a:gdLst/>
            <a:ahLst/>
            <a:cxnLst/>
            <a:rect l="l" t="t" r="r" b="b"/>
            <a:pathLst>
              <a:path w="20" h="392" extrusionOk="0">
                <a:moveTo>
                  <a:pt x="1" y="1"/>
                </a:moveTo>
                <a:lnTo>
                  <a:pt x="1" y="392"/>
                </a:lnTo>
                <a:lnTo>
                  <a:pt x="20" y="373"/>
                </a:lnTo>
                <a:lnTo>
                  <a:pt x="20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3"/>
          <p:cNvSpPr/>
          <p:nvPr/>
        </p:nvSpPr>
        <p:spPr>
          <a:xfrm>
            <a:off x="7368487" y="2418752"/>
            <a:ext cx="2817" cy="49996"/>
          </a:xfrm>
          <a:custGeom>
            <a:avLst/>
            <a:gdLst/>
            <a:ahLst/>
            <a:cxnLst/>
            <a:rect l="l" t="t" r="r" b="b"/>
            <a:pathLst>
              <a:path w="20" h="355" extrusionOk="0">
                <a:moveTo>
                  <a:pt x="1" y="0"/>
                </a:moveTo>
                <a:lnTo>
                  <a:pt x="1" y="354"/>
                </a:lnTo>
                <a:lnTo>
                  <a:pt x="19" y="335"/>
                </a:lnTo>
                <a:lnTo>
                  <a:pt x="19" y="19"/>
                </a:lnTo>
                <a:lnTo>
                  <a:pt x="1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3"/>
          <p:cNvSpPr/>
          <p:nvPr/>
        </p:nvSpPr>
        <p:spPr>
          <a:xfrm>
            <a:off x="7371163" y="2421428"/>
            <a:ext cx="2676" cy="44645"/>
          </a:xfrm>
          <a:custGeom>
            <a:avLst/>
            <a:gdLst/>
            <a:ahLst/>
            <a:cxnLst/>
            <a:rect l="l" t="t" r="r" b="b"/>
            <a:pathLst>
              <a:path w="19" h="317" extrusionOk="0">
                <a:moveTo>
                  <a:pt x="0" y="0"/>
                </a:moveTo>
                <a:lnTo>
                  <a:pt x="0" y="316"/>
                </a:lnTo>
                <a:lnTo>
                  <a:pt x="19" y="279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3"/>
          <p:cNvSpPr/>
          <p:nvPr/>
        </p:nvSpPr>
        <p:spPr>
          <a:xfrm>
            <a:off x="7373698" y="2423963"/>
            <a:ext cx="2817" cy="36899"/>
          </a:xfrm>
          <a:custGeom>
            <a:avLst/>
            <a:gdLst/>
            <a:ahLst/>
            <a:cxnLst/>
            <a:rect l="l" t="t" r="r" b="b"/>
            <a:pathLst>
              <a:path w="20" h="262" extrusionOk="0">
                <a:moveTo>
                  <a:pt x="1" y="1"/>
                </a:moveTo>
                <a:lnTo>
                  <a:pt x="1" y="261"/>
                </a:lnTo>
                <a:lnTo>
                  <a:pt x="19" y="243"/>
                </a:lnTo>
                <a:lnTo>
                  <a:pt x="19" y="3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3"/>
          <p:cNvSpPr/>
          <p:nvPr/>
        </p:nvSpPr>
        <p:spPr>
          <a:xfrm>
            <a:off x="7376374" y="2429174"/>
            <a:ext cx="5352" cy="29012"/>
          </a:xfrm>
          <a:custGeom>
            <a:avLst/>
            <a:gdLst/>
            <a:ahLst/>
            <a:cxnLst/>
            <a:rect l="l" t="t" r="r" b="b"/>
            <a:pathLst>
              <a:path w="38" h="206" extrusionOk="0">
                <a:moveTo>
                  <a:pt x="0" y="1"/>
                </a:moveTo>
                <a:lnTo>
                  <a:pt x="0" y="206"/>
                </a:lnTo>
                <a:lnTo>
                  <a:pt x="38" y="187"/>
                </a:lnTo>
                <a:lnTo>
                  <a:pt x="38" y="20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3"/>
          <p:cNvSpPr/>
          <p:nvPr/>
        </p:nvSpPr>
        <p:spPr>
          <a:xfrm>
            <a:off x="7381584" y="2431850"/>
            <a:ext cx="2817" cy="23801"/>
          </a:xfrm>
          <a:custGeom>
            <a:avLst/>
            <a:gdLst/>
            <a:ahLst/>
            <a:cxnLst/>
            <a:rect l="l" t="t" r="r" b="b"/>
            <a:pathLst>
              <a:path w="20" h="169" extrusionOk="0">
                <a:moveTo>
                  <a:pt x="1" y="1"/>
                </a:moveTo>
                <a:lnTo>
                  <a:pt x="1" y="168"/>
                </a:lnTo>
                <a:lnTo>
                  <a:pt x="19" y="149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3"/>
          <p:cNvSpPr/>
          <p:nvPr/>
        </p:nvSpPr>
        <p:spPr>
          <a:xfrm>
            <a:off x="7384260" y="2434526"/>
            <a:ext cx="2676" cy="18449"/>
          </a:xfrm>
          <a:custGeom>
            <a:avLst/>
            <a:gdLst/>
            <a:ahLst/>
            <a:cxnLst/>
            <a:rect l="l" t="t" r="r" b="b"/>
            <a:pathLst>
              <a:path w="19" h="131" extrusionOk="0">
                <a:moveTo>
                  <a:pt x="0" y="0"/>
                </a:moveTo>
                <a:lnTo>
                  <a:pt x="0" y="130"/>
                </a:lnTo>
                <a:lnTo>
                  <a:pt x="19" y="112"/>
                </a:lnTo>
                <a:lnTo>
                  <a:pt x="19" y="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3"/>
          <p:cNvSpPr/>
          <p:nvPr/>
        </p:nvSpPr>
        <p:spPr>
          <a:xfrm>
            <a:off x="7386795" y="2437061"/>
            <a:ext cx="2817" cy="13238"/>
          </a:xfrm>
          <a:custGeom>
            <a:avLst/>
            <a:gdLst/>
            <a:ahLst/>
            <a:cxnLst/>
            <a:rect l="l" t="t" r="r" b="b"/>
            <a:pathLst>
              <a:path w="20" h="94" extrusionOk="0">
                <a:moveTo>
                  <a:pt x="1" y="1"/>
                </a:moveTo>
                <a:lnTo>
                  <a:pt x="1" y="94"/>
                </a:lnTo>
                <a:lnTo>
                  <a:pt x="19" y="75"/>
                </a:lnTo>
                <a:lnTo>
                  <a:pt x="19" y="19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" name="Google Shape;101;p43"/>
          <p:cNvGrpSpPr/>
          <p:nvPr/>
        </p:nvGrpSpPr>
        <p:grpSpPr>
          <a:xfrm>
            <a:off x="6928127" y="-153501"/>
            <a:ext cx="2872292" cy="2378232"/>
            <a:chOff x="2210400" y="2558550"/>
            <a:chExt cx="971025" cy="804000"/>
          </a:xfrm>
        </p:grpSpPr>
        <p:sp>
          <p:nvSpPr>
            <p:cNvPr id="102" name="Google Shape;102;p43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43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43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43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43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43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43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43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" name="Google Shape;110;p43"/>
          <p:cNvGrpSpPr/>
          <p:nvPr/>
        </p:nvGrpSpPr>
        <p:grpSpPr>
          <a:xfrm>
            <a:off x="6759101" y="683981"/>
            <a:ext cx="849356" cy="703259"/>
            <a:chOff x="2210400" y="2558550"/>
            <a:chExt cx="971025" cy="804000"/>
          </a:xfrm>
        </p:grpSpPr>
        <p:sp>
          <p:nvSpPr>
            <p:cNvPr id="111" name="Google Shape;111;p43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43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43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43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43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43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43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43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" name="Google Shape;119;p43"/>
          <p:cNvGrpSpPr/>
          <p:nvPr/>
        </p:nvGrpSpPr>
        <p:grpSpPr>
          <a:xfrm>
            <a:off x="5981081" y="902566"/>
            <a:ext cx="849275" cy="848250"/>
            <a:chOff x="2651171" y="2397773"/>
            <a:chExt cx="2099568" cy="2097033"/>
          </a:xfrm>
        </p:grpSpPr>
        <p:sp>
          <p:nvSpPr>
            <p:cNvPr id="120" name="Google Shape;120;p43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43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" name="Google Shape;122;p43"/>
          <p:cNvGrpSpPr/>
          <p:nvPr/>
        </p:nvGrpSpPr>
        <p:grpSpPr>
          <a:xfrm>
            <a:off x="8388278" y="3692803"/>
            <a:ext cx="1067211" cy="1065922"/>
            <a:chOff x="2651171" y="2397773"/>
            <a:chExt cx="2099568" cy="2097033"/>
          </a:xfrm>
        </p:grpSpPr>
        <p:sp>
          <p:nvSpPr>
            <p:cNvPr id="123" name="Google Shape;123;p43"/>
            <p:cNvSpPr/>
            <p:nvPr/>
          </p:nvSpPr>
          <p:spPr>
            <a:xfrm>
              <a:off x="2682577" y="2429319"/>
              <a:ext cx="2036756" cy="2036615"/>
            </a:xfrm>
            <a:custGeom>
              <a:avLst/>
              <a:gdLst/>
              <a:ahLst/>
              <a:cxnLst/>
              <a:rect l="l" t="t" r="r" b="b"/>
              <a:pathLst>
                <a:path w="14462" h="14461" extrusionOk="0">
                  <a:moveTo>
                    <a:pt x="7222" y="0"/>
                  </a:moveTo>
                  <a:lnTo>
                    <a:pt x="1" y="7221"/>
                  </a:lnTo>
                  <a:lnTo>
                    <a:pt x="7222" y="14461"/>
                  </a:lnTo>
                  <a:lnTo>
                    <a:pt x="14461" y="7221"/>
                  </a:lnTo>
                  <a:lnTo>
                    <a:pt x="7222" y="0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1F133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43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43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" name="Google Shape;126;p43"/>
          <p:cNvGrpSpPr/>
          <p:nvPr/>
        </p:nvGrpSpPr>
        <p:grpSpPr>
          <a:xfrm>
            <a:off x="5134360" y="1145509"/>
            <a:ext cx="4779359" cy="3901002"/>
            <a:chOff x="2556818" y="232872"/>
            <a:chExt cx="6486643" cy="5294519"/>
          </a:xfrm>
        </p:grpSpPr>
        <p:sp>
          <p:nvSpPr>
            <p:cNvPr id="127" name="Google Shape;127;p43"/>
            <p:cNvSpPr/>
            <p:nvPr/>
          </p:nvSpPr>
          <p:spPr>
            <a:xfrm>
              <a:off x="3969040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43"/>
            <p:cNvSpPr/>
            <p:nvPr/>
          </p:nvSpPr>
          <p:spPr>
            <a:xfrm>
              <a:off x="3835388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43"/>
            <p:cNvSpPr/>
            <p:nvPr/>
          </p:nvSpPr>
          <p:spPr>
            <a:xfrm>
              <a:off x="3704272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43"/>
            <p:cNvSpPr/>
            <p:nvPr/>
          </p:nvSpPr>
          <p:spPr>
            <a:xfrm>
              <a:off x="357329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43"/>
            <p:cNvSpPr/>
            <p:nvPr/>
          </p:nvSpPr>
          <p:spPr>
            <a:xfrm>
              <a:off x="451420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43"/>
            <p:cNvSpPr/>
            <p:nvPr/>
          </p:nvSpPr>
          <p:spPr>
            <a:xfrm>
              <a:off x="4380556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43"/>
            <p:cNvSpPr/>
            <p:nvPr/>
          </p:nvSpPr>
          <p:spPr>
            <a:xfrm>
              <a:off x="4249440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43"/>
            <p:cNvSpPr/>
            <p:nvPr/>
          </p:nvSpPr>
          <p:spPr>
            <a:xfrm>
              <a:off x="4115789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43"/>
            <p:cNvSpPr/>
            <p:nvPr/>
          </p:nvSpPr>
          <p:spPr>
            <a:xfrm>
              <a:off x="2556818" y="3784276"/>
              <a:ext cx="1743115" cy="174311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6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1F133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4"/>
          <p:cNvSpPr txBox="1">
            <a:spLocks noGrp="1"/>
          </p:cNvSpPr>
          <p:nvPr>
            <p:ph type="title"/>
          </p:nvPr>
        </p:nvSpPr>
        <p:spPr>
          <a:xfrm>
            <a:off x="1506398" y="1559275"/>
            <a:ext cx="25743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38" name="Google Shape;138;p44"/>
          <p:cNvSpPr txBox="1">
            <a:spLocks noGrp="1"/>
          </p:cNvSpPr>
          <p:nvPr>
            <p:ph type="title" idx="2"/>
          </p:nvPr>
        </p:nvSpPr>
        <p:spPr>
          <a:xfrm>
            <a:off x="730301" y="1711675"/>
            <a:ext cx="7761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39" name="Google Shape;139;p44"/>
          <p:cNvSpPr txBox="1">
            <a:spLocks noGrp="1"/>
          </p:cNvSpPr>
          <p:nvPr>
            <p:ph type="subTitle" idx="1"/>
          </p:nvPr>
        </p:nvSpPr>
        <p:spPr>
          <a:xfrm>
            <a:off x="1506390" y="1996550"/>
            <a:ext cx="2574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44"/>
          <p:cNvSpPr txBox="1">
            <a:spLocks noGrp="1"/>
          </p:cNvSpPr>
          <p:nvPr>
            <p:ph type="title" idx="3"/>
          </p:nvPr>
        </p:nvSpPr>
        <p:spPr>
          <a:xfrm>
            <a:off x="1506523" y="3272625"/>
            <a:ext cx="25743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1" name="Google Shape;141;p44"/>
          <p:cNvSpPr txBox="1">
            <a:spLocks noGrp="1"/>
          </p:cNvSpPr>
          <p:nvPr>
            <p:ph type="title" idx="4"/>
          </p:nvPr>
        </p:nvSpPr>
        <p:spPr>
          <a:xfrm>
            <a:off x="730469" y="3425025"/>
            <a:ext cx="7761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42" name="Google Shape;142;p44"/>
          <p:cNvSpPr txBox="1">
            <a:spLocks noGrp="1"/>
          </p:cNvSpPr>
          <p:nvPr>
            <p:ph type="subTitle" idx="5"/>
          </p:nvPr>
        </p:nvSpPr>
        <p:spPr>
          <a:xfrm>
            <a:off x="1506514" y="3709900"/>
            <a:ext cx="2574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44"/>
          <p:cNvSpPr txBox="1">
            <a:spLocks noGrp="1"/>
          </p:cNvSpPr>
          <p:nvPr>
            <p:ph type="title" idx="6"/>
          </p:nvPr>
        </p:nvSpPr>
        <p:spPr>
          <a:xfrm>
            <a:off x="5045226" y="1559275"/>
            <a:ext cx="25743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4" name="Google Shape;144;p44"/>
          <p:cNvSpPr txBox="1">
            <a:spLocks noGrp="1"/>
          </p:cNvSpPr>
          <p:nvPr>
            <p:ph type="title" idx="7"/>
          </p:nvPr>
        </p:nvSpPr>
        <p:spPr>
          <a:xfrm>
            <a:off x="4281950" y="1711675"/>
            <a:ext cx="7764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45" name="Google Shape;145;p44"/>
          <p:cNvSpPr txBox="1">
            <a:spLocks noGrp="1"/>
          </p:cNvSpPr>
          <p:nvPr>
            <p:ph type="subTitle" idx="8"/>
          </p:nvPr>
        </p:nvSpPr>
        <p:spPr>
          <a:xfrm>
            <a:off x="5045218" y="1996550"/>
            <a:ext cx="2574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44"/>
          <p:cNvSpPr txBox="1">
            <a:spLocks noGrp="1"/>
          </p:cNvSpPr>
          <p:nvPr>
            <p:ph type="title" idx="9"/>
          </p:nvPr>
        </p:nvSpPr>
        <p:spPr>
          <a:xfrm>
            <a:off x="4282125" y="3425025"/>
            <a:ext cx="7764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147" name="Google Shape;147;p44"/>
          <p:cNvGrpSpPr/>
          <p:nvPr/>
        </p:nvGrpSpPr>
        <p:grpSpPr>
          <a:xfrm>
            <a:off x="-3302090" y="-450720"/>
            <a:ext cx="4015313" cy="3884503"/>
            <a:chOff x="5440750" y="1669400"/>
            <a:chExt cx="971525" cy="939875"/>
          </a:xfrm>
        </p:grpSpPr>
        <p:sp>
          <p:nvSpPr>
            <p:cNvPr id="148" name="Google Shape;148;p44"/>
            <p:cNvSpPr/>
            <p:nvPr/>
          </p:nvSpPr>
          <p:spPr>
            <a:xfrm>
              <a:off x="5511025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98" y="31714"/>
                  </a:lnTo>
                  <a:lnTo>
                    <a:pt x="31731" y="16081"/>
                  </a:lnTo>
                  <a:lnTo>
                    <a:pt x="16098" y="429"/>
                  </a:lnTo>
                  <a:close/>
                  <a:moveTo>
                    <a:pt x="16098" y="32160"/>
                  </a:moveTo>
                  <a:lnTo>
                    <a:pt x="0" y="16081"/>
                  </a:lnTo>
                  <a:lnTo>
                    <a:pt x="16098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44"/>
            <p:cNvSpPr/>
            <p:nvPr/>
          </p:nvSpPr>
          <p:spPr>
            <a:xfrm>
              <a:off x="5487750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44"/>
            <p:cNvSpPr/>
            <p:nvPr/>
          </p:nvSpPr>
          <p:spPr>
            <a:xfrm>
              <a:off x="546447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29" y="16081"/>
                  </a:moveTo>
                  <a:lnTo>
                    <a:pt x="16081" y="31714"/>
                  </a:lnTo>
                  <a:lnTo>
                    <a:pt x="31714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44"/>
            <p:cNvSpPr/>
            <p:nvPr/>
          </p:nvSpPr>
          <p:spPr>
            <a:xfrm>
              <a:off x="544075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7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44"/>
            <p:cNvSpPr/>
            <p:nvPr/>
          </p:nvSpPr>
          <p:spPr>
            <a:xfrm>
              <a:off x="560780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1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44"/>
            <p:cNvSpPr/>
            <p:nvPr/>
          </p:nvSpPr>
          <p:spPr>
            <a:xfrm>
              <a:off x="558452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44"/>
            <p:cNvSpPr/>
            <p:nvPr/>
          </p:nvSpPr>
          <p:spPr>
            <a:xfrm>
              <a:off x="556127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28" y="16081"/>
                  </a:moveTo>
                  <a:lnTo>
                    <a:pt x="16080" y="31714"/>
                  </a:lnTo>
                  <a:lnTo>
                    <a:pt x="31713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5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44"/>
            <p:cNvSpPr/>
            <p:nvPr/>
          </p:nvSpPr>
          <p:spPr>
            <a:xfrm>
              <a:off x="553752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48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44"/>
            <p:cNvSpPr/>
            <p:nvPr/>
          </p:nvSpPr>
          <p:spPr>
            <a:xfrm>
              <a:off x="6167975" y="211840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44"/>
            <p:cNvSpPr/>
            <p:nvPr/>
          </p:nvSpPr>
          <p:spPr>
            <a:xfrm>
              <a:off x="6162400" y="2112825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6477" h="6477" extrusionOk="0">
                  <a:moveTo>
                    <a:pt x="428" y="3238"/>
                  </a:moveTo>
                  <a:lnTo>
                    <a:pt x="3238" y="6049"/>
                  </a:lnTo>
                  <a:lnTo>
                    <a:pt x="6030" y="3238"/>
                  </a:lnTo>
                  <a:lnTo>
                    <a:pt x="3238" y="447"/>
                  </a:lnTo>
                  <a:close/>
                  <a:moveTo>
                    <a:pt x="3238" y="6477"/>
                  </a:moveTo>
                  <a:lnTo>
                    <a:pt x="0" y="3238"/>
                  </a:lnTo>
                  <a:lnTo>
                    <a:pt x="3238" y="0"/>
                  </a:lnTo>
                  <a:lnTo>
                    <a:pt x="6477" y="323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44"/>
            <p:cNvSpPr/>
            <p:nvPr/>
          </p:nvSpPr>
          <p:spPr>
            <a:xfrm>
              <a:off x="6190775" y="2141200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44"/>
            <p:cNvSpPr/>
            <p:nvPr/>
          </p:nvSpPr>
          <p:spPr>
            <a:xfrm>
              <a:off x="6060950" y="2061175"/>
              <a:ext cx="500" cy="950"/>
            </a:xfrm>
            <a:custGeom>
              <a:avLst/>
              <a:gdLst/>
              <a:ahLst/>
              <a:cxnLst/>
              <a:rect l="l" t="t" r="r" b="b"/>
              <a:pathLst>
                <a:path w="20" h="38" extrusionOk="0">
                  <a:moveTo>
                    <a:pt x="20" y="0"/>
                  </a:moveTo>
                  <a:lnTo>
                    <a:pt x="1" y="19"/>
                  </a:lnTo>
                  <a:lnTo>
                    <a:pt x="20" y="37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44"/>
            <p:cNvSpPr/>
            <p:nvPr/>
          </p:nvSpPr>
          <p:spPr>
            <a:xfrm>
              <a:off x="6061425" y="2060700"/>
              <a:ext cx="500" cy="2350"/>
            </a:xfrm>
            <a:custGeom>
              <a:avLst/>
              <a:gdLst/>
              <a:ahLst/>
              <a:cxnLst/>
              <a:rect l="l" t="t" r="r" b="b"/>
              <a:pathLst>
                <a:path w="20" h="94" extrusionOk="0">
                  <a:moveTo>
                    <a:pt x="19" y="1"/>
                  </a:moveTo>
                  <a:lnTo>
                    <a:pt x="1" y="19"/>
                  </a:lnTo>
                  <a:lnTo>
                    <a:pt x="1" y="56"/>
                  </a:lnTo>
                  <a:lnTo>
                    <a:pt x="19" y="94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44"/>
            <p:cNvSpPr/>
            <p:nvPr/>
          </p:nvSpPr>
          <p:spPr>
            <a:xfrm>
              <a:off x="6061900" y="2060225"/>
              <a:ext cx="950" cy="3300"/>
            </a:xfrm>
            <a:custGeom>
              <a:avLst/>
              <a:gdLst/>
              <a:ahLst/>
              <a:cxnLst/>
              <a:rect l="l" t="t" r="r" b="b"/>
              <a:pathLst>
                <a:path w="38" h="132" extrusionOk="0">
                  <a:moveTo>
                    <a:pt x="37" y="1"/>
                  </a:moveTo>
                  <a:lnTo>
                    <a:pt x="0" y="20"/>
                  </a:lnTo>
                  <a:lnTo>
                    <a:pt x="0" y="113"/>
                  </a:lnTo>
                  <a:lnTo>
                    <a:pt x="37" y="131"/>
                  </a:lnTo>
                  <a:lnTo>
                    <a:pt x="37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44"/>
            <p:cNvSpPr/>
            <p:nvPr/>
          </p:nvSpPr>
          <p:spPr>
            <a:xfrm>
              <a:off x="6062825" y="2059775"/>
              <a:ext cx="500" cy="4200"/>
            </a:xfrm>
            <a:custGeom>
              <a:avLst/>
              <a:gdLst/>
              <a:ahLst/>
              <a:cxnLst/>
              <a:rect l="l" t="t" r="r" b="b"/>
              <a:pathLst>
                <a:path w="20" h="168" extrusionOk="0">
                  <a:moveTo>
                    <a:pt x="19" y="0"/>
                  </a:moveTo>
                  <a:lnTo>
                    <a:pt x="0" y="19"/>
                  </a:lnTo>
                  <a:lnTo>
                    <a:pt x="0" y="149"/>
                  </a:lnTo>
                  <a:lnTo>
                    <a:pt x="19" y="16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44"/>
            <p:cNvSpPr/>
            <p:nvPr/>
          </p:nvSpPr>
          <p:spPr>
            <a:xfrm>
              <a:off x="6063300" y="2058850"/>
              <a:ext cx="475" cy="5600"/>
            </a:xfrm>
            <a:custGeom>
              <a:avLst/>
              <a:gdLst/>
              <a:ahLst/>
              <a:cxnLst/>
              <a:rect l="l" t="t" r="r" b="b"/>
              <a:pathLst>
                <a:path w="19" h="224" extrusionOk="0">
                  <a:moveTo>
                    <a:pt x="19" y="0"/>
                  </a:moveTo>
                  <a:lnTo>
                    <a:pt x="0" y="37"/>
                  </a:lnTo>
                  <a:lnTo>
                    <a:pt x="0" y="205"/>
                  </a:lnTo>
                  <a:lnTo>
                    <a:pt x="19" y="22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44"/>
            <p:cNvSpPr/>
            <p:nvPr/>
          </p:nvSpPr>
          <p:spPr>
            <a:xfrm>
              <a:off x="6063750" y="2058375"/>
              <a:ext cx="500" cy="6550"/>
            </a:xfrm>
            <a:custGeom>
              <a:avLst/>
              <a:gdLst/>
              <a:ahLst/>
              <a:cxnLst/>
              <a:rect l="l" t="t" r="r" b="b"/>
              <a:pathLst>
                <a:path w="20" h="262" extrusionOk="0">
                  <a:moveTo>
                    <a:pt x="19" y="1"/>
                  </a:moveTo>
                  <a:lnTo>
                    <a:pt x="1" y="19"/>
                  </a:lnTo>
                  <a:lnTo>
                    <a:pt x="1" y="242"/>
                  </a:lnTo>
                  <a:lnTo>
                    <a:pt x="19" y="26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44"/>
            <p:cNvSpPr/>
            <p:nvPr/>
          </p:nvSpPr>
          <p:spPr>
            <a:xfrm>
              <a:off x="6064225" y="2057900"/>
              <a:ext cx="475" cy="7475"/>
            </a:xfrm>
            <a:custGeom>
              <a:avLst/>
              <a:gdLst/>
              <a:ahLst/>
              <a:cxnLst/>
              <a:rect l="l" t="t" r="r" b="b"/>
              <a:pathLst>
                <a:path w="19" h="299" extrusionOk="0">
                  <a:moveTo>
                    <a:pt x="19" y="1"/>
                  </a:moveTo>
                  <a:lnTo>
                    <a:pt x="0" y="20"/>
                  </a:lnTo>
                  <a:lnTo>
                    <a:pt x="0" y="280"/>
                  </a:lnTo>
                  <a:lnTo>
                    <a:pt x="19" y="29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44"/>
            <p:cNvSpPr/>
            <p:nvPr/>
          </p:nvSpPr>
          <p:spPr>
            <a:xfrm>
              <a:off x="6064675" y="2057450"/>
              <a:ext cx="500" cy="8850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9" y="0"/>
                  </a:moveTo>
                  <a:lnTo>
                    <a:pt x="1" y="19"/>
                  </a:lnTo>
                  <a:lnTo>
                    <a:pt x="1" y="317"/>
                  </a:lnTo>
                  <a:lnTo>
                    <a:pt x="19" y="35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44"/>
            <p:cNvSpPr/>
            <p:nvPr/>
          </p:nvSpPr>
          <p:spPr>
            <a:xfrm>
              <a:off x="6065150" y="2056975"/>
              <a:ext cx="950" cy="9800"/>
            </a:xfrm>
            <a:custGeom>
              <a:avLst/>
              <a:gdLst/>
              <a:ahLst/>
              <a:cxnLst/>
              <a:rect l="l" t="t" r="r" b="b"/>
              <a:pathLst>
                <a:path w="38" h="392" extrusionOk="0">
                  <a:moveTo>
                    <a:pt x="38" y="1"/>
                  </a:moveTo>
                  <a:lnTo>
                    <a:pt x="0" y="19"/>
                  </a:lnTo>
                  <a:lnTo>
                    <a:pt x="0" y="373"/>
                  </a:lnTo>
                  <a:lnTo>
                    <a:pt x="38" y="392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44"/>
            <p:cNvSpPr/>
            <p:nvPr/>
          </p:nvSpPr>
          <p:spPr>
            <a:xfrm>
              <a:off x="6066075" y="2056525"/>
              <a:ext cx="500" cy="10725"/>
            </a:xfrm>
            <a:custGeom>
              <a:avLst/>
              <a:gdLst/>
              <a:ahLst/>
              <a:cxnLst/>
              <a:rect l="l" t="t" r="r" b="b"/>
              <a:pathLst>
                <a:path w="20" h="429" extrusionOk="0">
                  <a:moveTo>
                    <a:pt x="19" y="0"/>
                  </a:moveTo>
                  <a:lnTo>
                    <a:pt x="1" y="19"/>
                  </a:lnTo>
                  <a:lnTo>
                    <a:pt x="1" y="410"/>
                  </a:lnTo>
                  <a:lnTo>
                    <a:pt x="19" y="42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44"/>
            <p:cNvSpPr/>
            <p:nvPr/>
          </p:nvSpPr>
          <p:spPr>
            <a:xfrm>
              <a:off x="6066550" y="2055575"/>
              <a:ext cx="475" cy="12125"/>
            </a:xfrm>
            <a:custGeom>
              <a:avLst/>
              <a:gdLst/>
              <a:ahLst/>
              <a:cxnLst/>
              <a:rect l="l" t="t" r="r" b="b"/>
              <a:pathLst>
                <a:path w="19" h="485" extrusionOk="0">
                  <a:moveTo>
                    <a:pt x="19" y="1"/>
                  </a:moveTo>
                  <a:lnTo>
                    <a:pt x="0" y="38"/>
                  </a:lnTo>
                  <a:lnTo>
                    <a:pt x="0" y="466"/>
                  </a:lnTo>
                  <a:lnTo>
                    <a:pt x="19" y="48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44"/>
            <p:cNvSpPr/>
            <p:nvPr/>
          </p:nvSpPr>
          <p:spPr>
            <a:xfrm>
              <a:off x="6067000" y="2055125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20" y="0"/>
                  </a:moveTo>
                  <a:lnTo>
                    <a:pt x="1" y="19"/>
                  </a:lnTo>
                  <a:lnTo>
                    <a:pt x="1" y="503"/>
                  </a:lnTo>
                  <a:lnTo>
                    <a:pt x="20" y="521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44"/>
            <p:cNvSpPr/>
            <p:nvPr/>
          </p:nvSpPr>
          <p:spPr>
            <a:xfrm>
              <a:off x="6067475" y="2054650"/>
              <a:ext cx="500" cy="13975"/>
            </a:xfrm>
            <a:custGeom>
              <a:avLst/>
              <a:gdLst/>
              <a:ahLst/>
              <a:cxnLst/>
              <a:rect l="l" t="t" r="r" b="b"/>
              <a:pathLst>
                <a:path w="20" h="559" extrusionOk="0">
                  <a:moveTo>
                    <a:pt x="19" y="1"/>
                  </a:moveTo>
                  <a:lnTo>
                    <a:pt x="1" y="19"/>
                  </a:lnTo>
                  <a:lnTo>
                    <a:pt x="1" y="540"/>
                  </a:lnTo>
                  <a:lnTo>
                    <a:pt x="19" y="55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44"/>
            <p:cNvSpPr/>
            <p:nvPr/>
          </p:nvSpPr>
          <p:spPr>
            <a:xfrm>
              <a:off x="6067950" y="2054200"/>
              <a:ext cx="475" cy="15375"/>
            </a:xfrm>
            <a:custGeom>
              <a:avLst/>
              <a:gdLst/>
              <a:ahLst/>
              <a:cxnLst/>
              <a:rect l="l" t="t" r="r" b="b"/>
              <a:pathLst>
                <a:path w="19" h="615" extrusionOk="0">
                  <a:moveTo>
                    <a:pt x="19" y="0"/>
                  </a:moveTo>
                  <a:lnTo>
                    <a:pt x="0" y="19"/>
                  </a:lnTo>
                  <a:lnTo>
                    <a:pt x="0" y="577"/>
                  </a:lnTo>
                  <a:lnTo>
                    <a:pt x="19" y="61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44"/>
            <p:cNvSpPr/>
            <p:nvPr/>
          </p:nvSpPr>
          <p:spPr>
            <a:xfrm>
              <a:off x="6068400" y="2053725"/>
              <a:ext cx="950" cy="16300"/>
            </a:xfrm>
            <a:custGeom>
              <a:avLst/>
              <a:gdLst/>
              <a:ahLst/>
              <a:cxnLst/>
              <a:rect l="l" t="t" r="r" b="b"/>
              <a:pathLst>
                <a:path w="38" h="652" extrusionOk="0">
                  <a:moveTo>
                    <a:pt x="38" y="0"/>
                  </a:moveTo>
                  <a:lnTo>
                    <a:pt x="1" y="19"/>
                  </a:lnTo>
                  <a:lnTo>
                    <a:pt x="1" y="633"/>
                  </a:lnTo>
                  <a:lnTo>
                    <a:pt x="38" y="652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44"/>
            <p:cNvSpPr/>
            <p:nvPr/>
          </p:nvSpPr>
          <p:spPr>
            <a:xfrm>
              <a:off x="6069325" y="2053250"/>
              <a:ext cx="500" cy="17250"/>
            </a:xfrm>
            <a:custGeom>
              <a:avLst/>
              <a:gdLst/>
              <a:ahLst/>
              <a:cxnLst/>
              <a:rect l="l" t="t" r="r" b="b"/>
              <a:pathLst>
                <a:path w="20" h="690" extrusionOk="0">
                  <a:moveTo>
                    <a:pt x="20" y="1"/>
                  </a:moveTo>
                  <a:lnTo>
                    <a:pt x="1" y="19"/>
                  </a:lnTo>
                  <a:lnTo>
                    <a:pt x="1" y="671"/>
                  </a:lnTo>
                  <a:lnTo>
                    <a:pt x="20" y="689"/>
                  </a:lnTo>
                  <a:lnTo>
                    <a:pt x="2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44"/>
            <p:cNvSpPr/>
            <p:nvPr/>
          </p:nvSpPr>
          <p:spPr>
            <a:xfrm>
              <a:off x="6069800" y="2052325"/>
              <a:ext cx="500" cy="18650"/>
            </a:xfrm>
            <a:custGeom>
              <a:avLst/>
              <a:gdLst/>
              <a:ahLst/>
              <a:cxnLst/>
              <a:rect l="l" t="t" r="r" b="b"/>
              <a:pathLst>
                <a:path w="20" h="746" extrusionOk="0">
                  <a:moveTo>
                    <a:pt x="19" y="1"/>
                  </a:moveTo>
                  <a:lnTo>
                    <a:pt x="1" y="38"/>
                  </a:lnTo>
                  <a:lnTo>
                    <a:pt x="1" y="726"/>
                  </a:lnTo>
                  <a:lnTo>
                    <a:pt x="19" y="74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44"/>
            <p:cNvSpPr/>
            <p:nvPr/>
          </p:nvSpPr>
          <p:spPr>
            <a:xfrm>
              <a:off x="6070275" y="2051875"/>
              <a:ext cx="475" cy="19550"/>
            </a:xfrm>
            <a:custGeom>
              <a:avLst/>
              <a:gdLst/>
              <a:ahLst/>
              <a:cxnLst/>
              <a:rect l="l" t="t" r="r" b="b"/>
              <a:pathLst>
                <a:path w="19" h="782" extrusionOk="0">
                  <a:moveTo>
                    <a:pt x="19" y="0"/>
                  </a:moveTo>
                  <a:lnTo>
                    <a:pt x="0" y="19"/>
                  </a:lnTo>
                  <a:lnTo>
                    <a:pt x="0" y="763"/>
                  </a:lnTo>
                  <a:lnTo>
                    <a:pt x="19" y="78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44"/>
            <p:cNvSpPr/>
            <p:nvPr/>
          </p:nvSpPr>
          <p:spPr>
            <a:xfrm>
              <a:off x="6070725" y="2051400"/>
              <a:ext cx="500" cy="20500"/>
            </a:xfrm>
            <a:custGeom>
              <a:avLst/>
              <a:gdLst/>
              <a:ahLst/>
              <a:cxnLst/>
              <a:rect l="l" t="t" r="r" b="b"/>
              <a:pathLst>
                <a:path w="20" h="820" extrusionOk="0">
                  <a:moveTo>
                    <a:pt x="19" y="0"/>
                  </a:moveTo>
                  <a:lnTo>
                    <a:pt x="1" y="19"/>
                  </a:lnTo>
                  <a:lnTo>
                    <a:pt x="1" y="801"/>
                  </a:lnTo>
                  <a:lnTo>
                    <a:pt x="19" y="819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44"/>
            <p:cNvSpPr/>
            <p:nvPr/>
          </p:nvSpPr>
          <p:spPr>
            <a:xfrm>
              <a:off x="6071200" y="2050925"/>
              <a:ext cx="500" cy="21900"/>
            </a:xfrm>
            <a:custGeom>
              <a:avLst/>
              <a:gdLst/>
              <a:ahLst/>
              <a:cxnLst/>
              <a:rect l="l" t="t" r="r" b="b"/>
              <a:pathLst>
                <a:path w="20" h="876" extrusionOk="0">
                  <a:moveTo>
                    <a:pt x="19" y="1"/>
                  </a:moveTo>
                  <a:lnTo>
                    <a:pt x="0" y="19"/>
                  </a:lnTo>
                  <a:lnTo>
                    <a:pt x="0" y="838"/>
                  </a:lnTo>
                  <a:lnTo>
                    <a:pt x="19" y="87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44"/>
            <p:cNvSpPr/>
            <p:nvPr/>
          </p:nvSpPr>
          <p:spPr>
            <a:xfrm>
              <a:off x="6071675" y="2050475"/>
              <a:ext cx="950" cy="22825"/>
            </a:xfrm>
            <a:custGeom>
              <a:avLst/>
              <a:gdLst/>
              <a:ahLst/>
              <a:cxnLst/>
              <a:rect l="l" t="t" r="r" b="b"/>
              <a:pathLst>
                <a:path w="38" h="913" extrusionOk="0">
                  <a:moveTo>
                    <a:pt x="37" y="0"/>
                  </a:moveTo>
                  <a:lnTo>
                    <a:pt x="0" y="19"/>
                  </a:lnTo>
                  <a:lnTo>
                    <a:pt x="0" y="893"/>
                  </a:lnTo>
                  <a:lnTo>
                    <a:pt x="37" y="912"/>
                  </a:lnTo>
                  <a:lnTo>
                    <a:pt x="37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44"/>
            <p:cNvSpPr/>
            <p:nvPr/>
          </p:nvSpPr>
          <p:spPr>
            <a:xfrm>
              <a:off x="6072600" y="2050000"/>
              <a:ext cx="475" cy="23750"/>
            </a:xfrm>
            <a:custGeom>
              <a:avLst/>
              <a:gdLst/>
              <a:ahLst/>
              <a:cxnLst/>
              <a:rect l="l" t="t" r="r" b="b"/>
              <a:pathLst>
                <a:path w="19" h="950" extrusionOk="0">
                  <a:moveTo>
                    <a:pt x="19" y="1"/>
                  </a:moveTo>
                  <a:lnTo>
                    <a:pt x="0" y="19"/>
                  </a:lnTo>
                  <a:lnTo>
                    <a:pt x="0" y="931"/>
                  </a:lnTo>
                  <a:lnTo>
                    <a:pt x="19" y="950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44"/>
            <p:cNvSpPr/>
            <p:nvPr/>
          </p:nvSpPr>
          <p:spPr>
            <a:xfrm>
              <a:off x="6073050" y="2049075"/>
              <a:ext cx="500" cy="25150"/>
            </a:xfrm>
            <a:custGeom>
              <a:avLst/>
              <a:gdLst/>
              <a:ahLst/>
              <a:cxnLst/>
              <a:rect l="l" t="t" r="r" b="b"/>
              <a:pathLst>
                <a:path w="20" h="1006" extrusionOk="0">
                  <a:moveTo>
                    <a:pt x="19" y="0"/>
                  </a:moveTo>
                  <a:lnTo>
                    <a:pt x="1" y="38"/>
                  </a:lnTo>
                  <a:lnTo>
                    <a:pt x="1" y="987"/>
                  </a:lnTo>
                  <a:lnTo>
                    <a:pt x="19" y="1005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44"/>
            <p:cNvSpPr/>
            <p:nvPr/>
          </p:nvSpPr>
          <p:spPr>
            <a:xfrm>
              <a:off x="6073525" y="2048600"/>
              <a:ext cx="500" cy="26075"/>
            </a:xfrm>
            <a:custGeom>
              <a:avLst/>
              <a:gdLst/>
              <a:ahLst/>
              <a:cxnLst/>
              <a:rect l="l" t="t" r="r" b="b"/>
              <a:pathLst>
                <a:path w="20" h="1043" extrusionOk="0">
                  <a:moveTo>
                    <a:pt x="19" y="1"/>
                  </a:moveTo>
                  <a:lnTo>
                    <a:pt x="0" y="19"/>
                  </a:lnTo>
                  <a:lnTo>
                    <a:pt x="0" y="1024"/>
                  </a:lnTo>
                  <a:lnTo>
                    <a:pt x="19" y="1043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44"/>
            <p:cNvSpPr/>
            <p:nvPr/>
          </p:nvSpPr>
          <p:spPr>
            <a:xfrm>
              <a:off x="6074000" y="2048150"/>
              <a:ext cx="475" cy="27000"/>
            </a:xfrm>
            <a:custGeom>
              <a:avLst/>
              <a:gdLst/>
              <a:ahLst/>
              <a:cxnLst/>
              <a:rect l="l" t="t" r="r" b="b"/>
              <a:pathLst>
                <a:path w="19" h="1080" extrusionOk="0">
                  <a:moveTo>
                    <a:pt x="19" y="0"/>
                  </a:moveTo>
                  <a:lnTo>
                    <a:pt x="0" y="19"/>
                  </a:lnTo>
                  <a:lnTo>
                    <a:pt x="0" y="1061"/>
                  </a:lnTo>
                  <a:lnTo>
                    <a:pt x="19" y="108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44"/>
            <p:cNvSpPr/>
            <p:nvPr/>
          </p:nvSpPr>
          <p:spPr>
            <a:xfrm>
              <a:off x="6074450" y="2047675"/>
              <a:ext cx="500" cy="28400"/>
            </a:xfrm>
            <a:custGeom>
              <a:avLst/>
              <a:gdLst/>
              <a:ahLst/>
              <a:cxnLst/>
              <a:rect l="l" t="t" r="r" b="b"/>
              <a:pathLst>
                <a:path w="20" h="1136" extrusionOk="0">
                  <a:moveTo>
                    <a:pt x="19" y="1"/>
                  </a:moveTo>
                  <a:lnTo>
                    <a:pt x="1" y="19"/>
                  </a:lnTo>
                  <a:lnTo>
                    <a:pt x="1" y="1099"/>
                  </a:lnTo>
                  <a:lnTo>
                    <a:pt x="19" y="113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44"/>
            <p:cNvSpPr/>
            <p:nvPr/>
          </p:nvSpPr>
          <p:spPr>
            <a:xfrm>
              <a:off x="6074925" y="2047200"/>
              <a:ext cx="950" cy="29350"/>
            </a:xfrm>
            <a:custGeom>
              <a:avLst/>
              <a:gdLst/>
              <a:ahLst/>
              <a:cxnLst/>
              <a:rect l="l" t="t" r="r" b="b"/>
              <a:pathLst>
                <a:path w="38" h="1174" extrusionOk="0">
                  <a:moveTo>
                    <a:pt x="38" y="1"/>
                  </a:moveTo>
                  <a:lnTo>
                    <a:pt x="0" y="20"/>
                  </a:lnTo>
                  <a:lnTo>
                    <a:pt x="0" y="1155"/>
                  </a:lnTo>
                  <a:lnTo>
                    <a:pt x="38" y="1173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44"/>
            <p:cNvSpPr/>
            <p:nvPr/>
          </p:nvSpPr>
          <p:spPr>
            <a:xfrm>
              <a:off x="6075850" y="2046750"/>
              <a:ext cx="500" cy="30250"/>
            </a:xfrm>
            <a:custGeom>
              <a:avLst/>
              <a:gdLst/>
              <a:ahLst/>
              <a:cxnLst/>
              <a:rect l="l" t="t" r="r" b="b"/>
              <a:pathLst>
                <a:path w="20" h="1210" extrusionOk="0">
                  <a:moveTo>
                    <a:pt x="19" y="0"/>
                  </a:moveTo>
                  <a:lnTo>
                    <a:pt x="1" y="19"/>
                  </a:lnTo>
                  <a:lnTo>
                    <a:pt x="1" y="1191"/>
                  </a:lnTo>
                  <a:lnTo>
                    <a:pt x="19" y="121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44"/>
            <p:cNvSpPr/>
            <p:nvPr/>
          </p:nvSpPr>
          <p:spPr>
            <a:xfrm>
              <a:off x="6076325" y="2045825"/>
              <a:ext cx="475" cy="31650"/>
            </a:xfrm>
            <a:custGeom>
              <a:avLst/>
              <a:gdLst/>
              <a:ahLst/>
              <a:cxnLst/>
              <a:rect l="l" t="t" r="r" b="b"/>
              <a:pathLst>
                <a:path w="19" h="1266" extrusionOk="0">
                  <a:moveTo>
                    <a:pt x="19" y="0"/>
                  </a:moveTo>
                  <a:lnTo>
                    <a:pt x="0" y="37"/>
                  </a:lnTo>
                  <a:lnTo>
                    <a:pt x="0" y="1247"/>
                  </a:lnTo>
                  <a:lnTo>
                    <a:pt x="19" y="1266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44"/>
            <p:cNvSpPr/>
            <p:nvPr/>
          </p:nvSpPr>
          <p:spPr>
            <a:xfrm>
              <a:off x="6076775" y="2045350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9" y="0"/>
                  </a:moveTo>
                  <a:lnTo>
                    <a:pt x="1" y="19"/>
                  </a:lnTo>
                  <a:lnTo>
                    <a:pt x="1" y="1285"/>
                  </a:lnTo>
                  <a:lnTo>
                    <a:pt x="19" y="130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44"/>
            <p:cNvSpPr/>
            <p:nvPr/>
          </p:nvSpPr>
          <p:spPr>
            <a:xfrm>
              <a:off x="6077250" y="2044875"/>
              <a:ext cx="475" cy="33525"/>
            </a:xfrm>
            <a:custGeom>
              <a:avLst/>
              <a:gdLst/>
              <a:ahLst/>
              <a:cxnLst/>
              <a:rect l="l" t="t" r="r" b="b"/>
              <a:pathLst>
                <a:path w="19" h="1341" extrusionOk="0">
                  <a:moveTo>
                    <a:pt x="19" y="1"/>
                  </a:moveTo>
                  <a:lnTo>
                    <a:pt x="0" y="19"/>
                  </a:lnTo>
                  <a:lnTo>
                    <a:pt x="0" y="1322"/>
                  </a:lnTo>
                  <a:lnTo>
                    <a:pt x="19" y="134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44"/>
            <p:cNvSpPr/>
            <p:nvPr/>
          </p:nvSpPr>
          <p:spPr>
            <a:xfrm>
              <a:off x="6077700" y="2044425"/>
              <a:ext cx="500" cy="34925"/>
            </a:xfrm>
            <a:custGeom>
              <a:avLst/>
              <a:gdLst/>
              <a:ahLst/>
              <a:cxnLst/>
              <a:rect l="l" t="t" r="r" b="b"/>
              <a:pathLst>
                <a:path w="20" h="1397" extrusionOk="0">
                  <a:moveTo>
                    <a:pt x="20" y="0"/>
                  </a:moveTo>
                  <a:lnTo>
                    <a:pt x="1" y="19"/>
                  </a:lnTo>
                  <a:lnTo>
                    <a:pt x="1" y="1359"/>
                  </a:lnTo>
                  <a:lnTo>
                    <a:pt x="20" y="1396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44"/>
            <p:cNvSpPr/>
            <p:nvPr/>
          </p:nvSpPr>
          <p:spPr>
            <a:xfrm>
              <a:off x="6078175" y="2043950"/>
              <a:ext cx="950" cy="35850"/>
            </a:xfrm>
            <a:custGeom>
              <a:avLst/>
              <a:gdLst/>
              <a:ahLst/>
              <a:cxnLst/>
              <a:rect l="l" t="t" r="r" b="b"/>
              <a:pathLst>
                <a:path w="38" h="1434" extrusionOk="0">
                  <a:moveTo>
                    <a:pt x="38" y="1"/>
                  </a:moveTo>
                  <a:lnTo>
                    <a:pt x="1" y="19"/>
                  </a:lnTo>
                  <a:lnTo>
                    <a:pt x="1" y="1415"/>
                  </a:lnTo>
                  <a:lnTo>
                    <a:pt x="38" y="1434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44"/>
            <p:cNvSpPr/>
            <p:nvPr/>
          </p:nvSpPr>
          <p:spPr>
            <a:xfrm>
              <a:off x="6079100" y="2043500"/>
              <a:ext cx="500" cy="36775"/>
            </a:xfrm>
            <a:custGeom>
              <a:avLst/>
              <a:gdLst/>
              <a:ahLst/>
              <a:cxnLst/>
              <a:rect l="l" t="t" r="r" b="b"/>
              <a:pathLst>
                <a:path w="20" h="1471" extrusionOk="0">
                  <a:moveTo>
                    <a:pt x="19" y="0"/>
                  </a:moveTo>
                  <a:lnTo>
                    <a:pt x="1" y="19"/>
                  </a:lnTo>
                  <a:lnTo>
                    <a:pt x="1" y="1452"/>
                  </a:lnTo>
                  <a:lnTo>
                    <a:pt x="19" y="147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44"/>
            <p:cNvSpPr/>
            <p:nvPr/>
          </p:nvSpPr>
          <p:spPr>
            <a:xfrm>
              <a:off x="6079575" y="2042550"/>
              <a:ext cx="500" cy="38175"/>
            </a:xfrm>
            <a:custGeom>
              <a:avLst/>
              <a:gdLst/>
              <a:ahLst/>
              <a:cxnLst/>
              <a:rect l="l" t="t" r="r" b="b"/>
              <a:pathLst>
                <a:path w="20" h="1527" extrusionOk="0">
                  <a:moveTo>
                    <a:pt x="19" y="1"/>
                  </a:moveTo>
                  <a:lnTo>
                    <a:pt x="0" y="38"/>
                  </a:lnTo>
                  <a:lnTo>
                    <a:pt x="0" y="1508"/>
                  </a:lnTo>
                  <a:lnTo>
                    <a:pt x="19" y="152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44"/>
            <p:cNvSpPr/>
            <p:nvPr/>
          </p:nvSpPr>
          <p:spPr>
            <a:xfrm>
              <a:off x="6080050" y="2042100"/>
              <a:ext cx="475" cy="39100"/>
            </a:xfrm>
            <a:custGeom>
              <a:avLst/>
              <a:gdLst/>
              <a:ahLst/>
              <a:cxnLst/>
              <a:rect l="l" t="t" r="r" b="b"/>
              <a:pathLst>
                <a:path w="19" h="1564" extrusionOk="0">
                  <a:moveTo>
                    <a:pt x="19" y="0"/>
                  </a:moveTo>
                  <a:lnTo>
                    <a:pt x="0" y="19"/>
                  </a:lnTo>
                  <a:lnTo>
                    <a:pt x="0" y="1545"/>
                  </a:lnTo>
                  <a:lnTo>
                    <a:pt x="19" y="156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44"/>
            <p:cNvSpPr/>
            <p:nvPr/>
          </p:nvSpPr>
          <p:spPr>
            <a:xfrm>
              <a:off x="6080500" y="2041625"/>
              <a:ext cx="500" cy="40050"/>
            </a:xfrm>
            <a:custGeom>
              <a:avLst/>
              <a:gdLst/>
              <a:ahLst/>
              <a:cxnLst/>
              <a:rect l="l" t="t" r="r" b="b"/>
              <a:pathLst>
                <a:path w="20" h="1602" extrusionOk="0">
                  <a:moveTo>
                    <a:pt x="19" y="1"/>
                  </a:moveTo>
                  <a:lnTo>
                    <a:pt x="1" y="19"/>
                  </a:lnTo>
                  <a:lnTo>
                    <a:pt x="1" y="1582"/>
                  </a:lnTo>
                  <a:lnTo>
                    <a:pt x="19" y="160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44"/>
            <p:cNvSpPr/>
            <p:nvPr/>
          </p:nvSpPr>
          <p:spPr>
            <a:xfrm>
              <a:off x="6080975" y="2041150"/>
              <a:ext cx="475" cy="41450"/>
            </a:xfrm>
            <a:custGeom>
              <a:avLst/>
              <a:gdLst/>
              <a:ahLst/>
              <a:cxnLst/>
              <a:rect l="l" t="t" r="r" b="b"/>
              <a:pathLst>
                <a:path w="19" h="1658" extrusionOk="0">
                  <a:moveTo>
                    <a:pt x="19" y="1"/>
                  </a:moveTo>
                  <a:lnTo>
                    <a:pt x="0" y="20"/>
                  </a:lnTo>
                  <a:lnTo>
                    <a:pt x="0" y="1620"/>
                  </a:lnTo>
                  <a:lnTo>
                    <a:pt x="19" y="165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44"/>
            <p:cNvSpPr/>
            <p:nvPr/>
          </p:nvSpPr>
          <p:spPr>
            <a:xfrm>
              <a:off x="6081425" y="2040700"/>
              <a:ext cx="975" cy="42350"/>
            </a:xfrm>
            <a:custGeom>
              <a:avLst/>
              <a:gdLst/>
              <a:ahLst/>
              <a:cxnLst/>
              <a:rect l="l" t="t" r="r" b="b"/>
              <a:pathLst>
                <a:path w="39" h="1694" extrusionOk="0">
                  <a:moveTo>
                    <a:pt x="38" y="0"/>
                  </a:moveTo>
                  <a:lnTo>
                    <a:pt x="1" y="19"/>
                  </a:lnTo>
                  <a:lnTo>
                    <a:pt x="1" y="1675"/>
                  </a:lnTo>
                  <a:lnTo>
                    <a:pt x="38" y="1694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44"/>
            <p:cNvSpPr/>
            <p:nvPr/>
          </p:nvSpPr>
          <p:spPr>
            <a:xfrm>
              <a:off x="6082375" y="2040225"/>
              <a:ext cx="475" cy="43300"/>
            </a:xfrm>
            <a:custGeom>
              <a:avLst/>
              <a:gdLst/>
              <a:ahLst/>
              <a:cxnLst/>
              <a:rect l="l" t="t" r="r" b="b"/>
              <a:pathLst>
                <a:path w="19" h="1732" extrusionOk="0">
                  <a:moveTo>
                    <a:pt x="19" y="1"/>
                  </a:moveTo>
                  <a:lnTo>
                    <a:pt x="0" y="19"/>
                  </a:lnTo>
                  <a:lnTo>
                    <a:pt x="0" y="1713"/>
                  </a:lnTo>
                  <a:lnTo>
                    <a:pt x="19" y="1732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44"/>
            <p:cNvSpPr/>
            <p:nvPr/>
          </p:nvSpPr>
          <p:spPr>
            <a:xfrm>
              <a:off x="6082825" y="2039300"/>
              <a:ext cx="500" cy="44700"/>
            </a:xfrm>
            <a:custGeom>
              <a:avLst/>
              <a:gdLst/>
              <a:ahLst/>
              <a:cxnLst/>
              <a:rect l="l" t="t" r="r" b="b"/>
              <a:pathLst>
                <a:path w="20" h="1788" extrusionOk="0">
                  <a:moveTo>
                    <a:pt x="19" y="1"/>
                  </a:moveTo>
                  <a:lnTo>
                    <a:pt x="1" y="38"/>
                  </a:lnTo>
                  <a:lnTo>
                    <a:pt x="1" y="1769"/>
                  </a:lnTo>
                  <a:lnTo>
                    <a:pt x="19" y="178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44"/>
            <p:cNvSpPr/>
            <p:nvPr/>
          </p:nvSpPr>
          <p:spPr>
            <a:xfrm>
              <a:off x="6083300" y="2038825"/>
              <a:ext cx="475" cy="45625"/>
            </a:xfrm>
            <a:custGeom>
              <a:avLst/>
              <a:gdLst/>
              <a:ahLst/>
              <a:cxnLst/>
              <a:rect l="l" t="t" r="r" b="b"/>
              <a:pathLst>
                <a:path w="19" h="1825" extrusionOk="0">
                  <a:moveTo>
                    <a:pt x="19" y="1"/>
                  </a:moveTo>
                  <a:lnTo>
                    <a:pt x="0" y="20"/>
                  </a:lnTo>
                  <a:lnTo>
                    <a:pt x="0" y="1806"/>
                  </a:lnTo>
                  <a:lnTo>
                    <a:pt x="19" y="182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44"/>
            <p:cNvSpPr/>
            <p:nvPr/>
          </p:nvSpPr>
          <p:spPr>
            <a:xfrm>
              <a:off x="6083750" y="2038375"/>
              <a:ext cx="500" cy="46550"/>
            </a:xfrm>
            <a:custGeom>
              <a:avLst/>
              <a:gdLst/>
              <a:ahLst/>
              <a:cxnLst/>
              <a:rect l="l" t="t" r="r" b="b"/>
              <a:pathLst>
                <a:path w="20" h="1862" extrusionOk="0">
                  <a:moveTo>
                    <a:pt x="20" y="0"/>
                  </a:moveTo>
                  <a:lnTo>
                    <a:pt x="1" y="19"/>
                  </a:lnTo>
                  <a:lnTo>
                    <a:pt x="1" y="1843"/>
                  </a:lnTo>
                  <a:lnTo>
                    <a:pt x="20" y="1861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44"/>
            <p:cNvSpPr/>
            <p:nvPr/>
          </p:nvSpPr>
          <p:spPr>
            <a:xfrm>
              <a:off x="6084225" y="2037900"/>
              <a:ext cx="500" cy="47950"/>
            </a:xfrm>
            <a:custGeom>
              <a:avLst/>
              <a:gdLst/>
              <a:ahLst/>
              <a:cxnLst/>
              <a:rect l="l" t="t" r="r" b="b"/>
              <a:pathLst>
                <a:path w="20" h="1918" extrusionOk="0">
                  <a:moveTo>
                    <a:pt x="19" y="1"/>
                  </a:moveTo>
                  <a:lnTo>
                    <a:pt x="1" y="19"/>
                  </a:lnTo>
                  <a:lnTo>
                    <a:pt x="1" y="1880"/>
                  </a:lnTo>
                  <a:lnTo>
                    <a:pt x="19" y="191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44"/>
            <p:cNvSpPr/>
            <p:nvPr/>
          </p:nvSpPr>
          <p:spPr>
            <a:xfrm>
              <a:off x="6084700" y="2037450"/>
              <a:ext cx="950" cy="48875"/>
            </a:xfrm>
            <a:custGeom>
              <a:avLst/>
              <a:gdLst/>
              <a:ahLst/>
              <a:cxnLst/>
              <a:rect l="l" t="t" r="r" b="b"/>
              <a:pathLst>
                <a:path w="38" h="1955" extrusionOk="0">
                  <a:moveTo>
                    <a:pt x="37" y="0"/>
                  </a:moveTo>
                  <a:lnTo>
                    <a:pt x="0" y="19"/>
                  </a:lnTo>
                  <a:lnTo>
                    <a:pt x="0" y="1936"/>
                  </a:lnTo>
                  <a:lnTo>
                    <a:pt x="37" y="1954"/>
                  </a:lnTo>
                  <a:lnTo>
                    <a:pt x="37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44"/>
            <p:cNvSpPr/>
            <p:nvPr/>
          </p:nvSpPr>
          <p:spPr>
            <a:xfrm>
              <a:off x="6085625" y="2036975"/>
              <a:ext cx="475" cy="49800"/>
            </a:xfrm>
            <a:custGeom>
              <a:avLst/>
              <a:gdLst/>
              <a:ahLst/>
              <a:cxnLst/>
              <a:rect l="l" t="t" r="r" b="b"/>
              <a:pathLst>
                <a:path w="19" h="1992" extrusionOk="0">
                  <a:moveTo>
                    <a:pt x="19" y="0"/>
                  </a:moveTo>
                  <a:lnTo>
                    <a:pt x="0" y="19"/>
                  </a:lnTo>
                  <a:lnTo>
                    <a:pt x="0" y="1973"/>
                  </a:lnTo>
                  <a:lnTo>
                    <a:pt x="19" y="199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44"/>
            <p:cNvSpPr/>
            <p:nvPr/>
          </p:nvSpPr>
          <p:spPr>
            <a:xfrm>
              <a:off x="6086075" y="2036050"/>
              <a:ext cx="500" cy="51200"/>
            </a:xfrm>
            <a:custGeom>
              <a:avLst/>
              <a:gdLst/>
              <a:ahLst/>
              <a:cxnLst/>
              <a:rect l="l" t="t" r="r" b="b"/>
              <a:pathLst>
                <a:path w="20" h="2048" extrusionOk="0">
                  <a:moveTo>
                    <a:pt x="20" y="0"/>
                  </a:moveTo>
                  <a:lnTo>
                    <a:pt x="1" y="37"/>
                  </a:lnTo>
                  <a:lnTo>
                    <a:pt x="1" y="2029"/>
                  </a:lnTo>
                  <a:lnTo>
                    <a:pt x="20" y="2047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44"/>
            <p:cNvSpPr/>
            <p:nvPr/>
          </p:nvSpPr>
          <p:spPr>
            <a:xfrm>
              <a:off x="6086550" y="2035575"/>
              <a:ext cx="500" cy="52150"/>
            </a:xfrm>
            <a:custGeom>
              <a:avLst/>
              <a:gdLst/>
              <a:ahLst/>
              <a:cxnLst/>
              <a:rect l="l" t="t" r="r" b="b"/>
              <a:pathLst>
                <a:path w="20" h="2086" extrusionOk="0">
                  <a:moveTo>
                    <a:pt x="19" y="1"/>
                  </a:moveTo>
                  <a:lnTo>
                    <a:pt x="1" y="19"/>
                  </a:lnTo>
                  <a:lnTo>
                    <a:pt x="1" y="2066"/>
                  </a:lnTo>
                  <a:lnTo>
                    <a:pt x="19" y="208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44"/>
            <p:cNvSpPr/>
            <p:nvPr/>
          </p:nvSpPr>
          <p:spPr>
            <a:xfrm>
              <a:off x="6087025" y="2035125"/>
              <a:ext cx="475" cy="53050"/>
            </a:xfrm>
            <a:custGeom>
              <a:avLst/>
              <a:gdLst/>
              <a:ahLst/>
              <a:cxnLst/>
              <a:rect l="l" t="t" r="r" b="b"/>
              <a:pathLst>
                <a:path w="19" h="2122" extrusionOk="0">
                  <a:moveTo>
                    <a:pt x="19" y="0"/>
                  </a:moveTo>
                  <a:lnTo>
                    <a:pt x="0" y="19"/>
                  </a:lnTo>
                  <a:lnTo>
                    <a:pt x="0" y="2103"/>
                  </a:lnTo>
                  <a:lnTo>
                    <a:pt x="19" y="212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44"/>
            <p:cNvSpPr/>
            <p:nvPr/>
          </p:nvSpPr>
          <p:spPr>
            <a:xfrm>
              <a:off x="6087475" y="2034650"/>
              <a:ext cx="500" cy="54450"/>
            </a:xfrm>
            <a:custGeom>
              <a:avLst/>
              <a:gdLst/>
              <a:ahLst/>
              <a:cxnLst/>
              <a:rect l="l" t="t" r="r" b="b"/>
              <a:pathLst>
                <a:path w="20" h="2178" extrusionOk="0">
                  <a:moveTo>
                    <a:pt x="19" y="0"/>
                  </a:moveTo>
                  <a:lnTo>
                    <a:pt x="1" y="19"/>
                  </a:lnTo>
                  <a:lnTo>
                    <a:pt x="1" y="2141"/>
                  </a:lnTo>
                  <a:lnTo>
                    <a:pt x="19" y="217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44"/>
            <p:cNvSpPr/>
            <p:nvPr/>
          </p:nvSpPr>
          <p:spPr>
            <a:xfrm>
              <a:off x="6087950" y="2034175"/>
              <a:ext cx="950" cy="55400"/>
            </a:xfrm>
            <a:custGeom>
              <a:avLst/>
              <a:gdLst/>
              <a:ahLst/>
              <a:cxnLst/>
              <a:rect l="l" t="t" r="r" b="b"/>
              <a:pathLst>
                <a:path w="38" h="2216" extrusionOk="0">
                  <a:moveTo>
                    <a:pt x="38" y="1"/>
                  </a:moveTo>
                  <a:lnTo>
                    <a:pt x="0" y="19"/>
                  </a:lnTo>
                  <a:lnTo>
                    <a:pt x="0" y="2197"/>
                  </a:lnTo>
                  <a:lnTo>
                    <a:pt x="38" y="2215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44"/>
            <p:cNvSpPr/>
            <p:nvPr/>
          </p:nvSpPr>
          <p:spPr>
            <a:xfrm>
              <a:off x="6088875" y="2033725"/>
              <a:ext cx="500" cy="56325"/>
            </a:xfrm>
            <a:custGeom>
              <a:avLst/>
              <a:gdLst/>
              <a:ahLst/>
              <a:cxnLst/>
              <a:rect l="l" t="t" r="r" b="b"/>
              <a:pathLst>
                <a:path w="20" h="2253" extrusionOk="0">
                  <a:moveTo>
                    <a:pt x="19" y="0"/>
                  </a:moveTo>
                  <a:lnTo>
                    <a:pt x="1" y="19"/>
                  </a:lnTo>
                  <a:lnTo>
                    <a:pt x="1" y="2233"/>
                  </a:lnTo>
                  <a:lnTo>
                    <a:pt x="19" y="225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44"/>
            <p:cNvSpPr/>
            <p:nvPr/>
          </p:nvSpPr>
          <p:spPr>
            <a:xfrm>
              <a:off x="6089350" y="2032775"/>
              <a:ext cx="475" cy="57725"/>
            </a:xfrm>
            <a:custGeom>
              <a:avLst/>
              <a:gdLst/>
              <a:ahLst/>
              <a:cxnLst/>
              <a:rect l="l" t="t" r="r" b="b"/>
              <a:pathLst>
                <a:path w="19" h="2309" extrusionOk="0">
                  <a:moveTo>
                    <a:pt x="19" y="1"/>
                  </a:moveTo>
                  <a:lnTo>
                    <a:pt x="0" y="38"/>
                  </a:lnTo>
                  <a:lnTo>
                    <a:pt x="0" y="2290"/>
                  </a:lnTo>
                  <a:lnTo>
                    <a:pt x="19" y="230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44"/>
            <p:cNvSpPr/>
            <p:nvPr/>
          </p:nvSpPr>
          <p:spPr>
            <a:xfrm>
              <a:off x="6089800" y="2032775"/>
              <a:ext cx="500" cy="58200"/>
            </a:xfrm>
            <a:custGeom>
              <a:avLst/>
              <a:gdLst/>
              <a:ahLst/>
              <a:cxnLst/>
              <a:rect l="l" t="t" r="r" b="b"/>
              <a:pathLst>
                <a:path w="20" h="2328" extrusionOk="0">
                  <a:moveTo>
                    <a:pt x="1" y="1"/>
                  </a:moveTo>
                  <a:lnTo>
                    <a:pt x="1" y="2309"/>
                  </a:lnTo>
                  <a:lnTo>
                    <a:pt x="19" y="2327"/>
                  </a:lnTo>
                  <a:lnTo>
                    <a:pt x="19" y="230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44"/>
            <p:cNvSpPr/>
            <p:nvPr/>
          </p:nvSpPr>
          <p:spPr>
            <a:xfrm>
              <a:off x="6090275" y="2032775"/>
              <a:ext cx="500" cy="57725"/>
            </a:xfrm>
            <a:custGeom>
              <a:avLst/>
              <a:gdLst/>
              <a:ahLst/>
              <a:cxnLst/>
              <a:rect l="l" t="t" r="r" b="b"/>
              <a:pathLst>
                <a:path w="20" h="2309" extrusionOk="0">
                  <a:moveTo>
                    <a:pt x="0" y="1"/>
                  </a:moveTo>
                  <a:lnTo>
                    <a:pt x="0" y="2309"/>
                  </a:lnTo>
                  <a:lnTo>
                    <a:pt x="19" y="229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44"/>
            <p:cNvSpPr/>
            <p:nvPr/>
          </p:nvSpPr>
          <p:spPr>
            <a:xfrm>
              <a:off x="6090750" y="2033250"/>
              <a:ext cx="475" cy="56800"/>
            </a:xfrm>
            <a:custGeom>
              <a:avLst/>
              <a:gdLst/>
              <a:ahLst/>
              <a:cxnLst/>
              <a:rect l="l" t="t" r="r" b="b"/>
              <a:pathLst>
                <a:path w="19" h="2272" extrusionOk="0">
                  <a:moveTo>
                    <a:pt x="0" y="1"/>
                  </a:moveTo>
                  <a:lnTo>
                    <a:pt x="0" y="2271"/>
                  </a:lnTo>
                  <a:lnTo>
                    <a:pt x="19" y="2252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44"/>
            <p:cNvSpPr/>
            <p:nvPr/>
          </p:nvSpPr>
          <p:spPr>
            <a:xfrm>
              <a:off x="6091200" y="2034175"/>
              <a:ext cx="950" cy="55400"/>
            </a:xfrm>
            <a:custGeom>
              <a:avLst/>
              <a:gdLst/>
              <a:ahLst/>
              <a:cxnLst/>
              <a:rect l="l" t="t" r="r" b="b"/>
              <a:pathLst>
                <a:path w="38" h="2216" extrusionOk="0">
                  <a:moveTo>
                    <a:pt x="1" y="1"/>
                  </a:moveTo>
                  <a:lnTo>
                    <a:pt x="1" y="2215"/>
                  </a:lnTo>
                  <a:lnTo>
                    <a:pt x="38" y="2197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44"/>
            <p:cNvSpPr/>
            <p:nvPr/>
          </p:nvSpPr>
          <p:spPr>
            <a:xfrm>
              <a:off x="6092125" y="2034650"/>
              <a:ext cx="500" cy="54450"/>
            </a:xfrm>
            <a:custGeom>
              <a:avLst/>
              <a:gdLst/>
              <a:ahLst/>
              <a:cxnLst/>
              <a:rect l="l" t="t" r="r" b="b"/>
              <a:pathLst>
                <a:path w="20" h="2178" extrusionOk="0">
                  <a:moveTo>
                    <a:pt x="1" y="0"/>
                  </a:moveTo>
                  <a:lnTo>
                    <a:pt x="1" y="2178"/>
                  </a:lnTo>
                  <a:lnTo>
                    <a:pt x="20" y="2141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44"/>
            <p:cNvSpPr/>
            <p:nvPr/>
          </p:nvSpPr>
          <p:spPr>
            <a:xfrm>
              <a:off x="6092600" y="2035125"/>
              <a:ext cx="500" cy="53050"/>
            </a:xfrm>
            <a:custGeom>
              <a:avLst/>
              <a:gdLst/>
              <a:ahLst/>
              <a:cxnLst/>
              <a:rect l="l" t="t" r="r" b="b"/>
              <a:pathLst>
                <a:path w="20" h="2122" extrusionOk="0">
                  <a:moveTo>
                    <a:pt x="1" y="0"/>
                  </a:moveTo>
                  <a:lnTo>
                    <a:pt x="1" y="2122"/>
                  </a:lnTo>
                  <a:lnTo>
                    <a:pt x="19" y="210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44"/>
            <p:cNvSpPr/>
            <p:nvPr/>
          </p:nvSpPr>
          <p:spPr>
            <a:xfrm>
              <a:off x="6093075" y="2035575"/>
              <a:ext cx="475" cy="52150"/>
            </a:xfrm>
            <a:custGeom>
              <a:avLst/>
              <a:gdLst/>
              <a:ahLst/>
              <a:cxnLst/>
              <a:rect l="l" t="t" r="r" b="b"/>
              <a:pathLst>
                <a:path w="19" h="2086" extrusionOk="0">
                  <a:moveTo>
                    <a:pt x="0" y="1"/>
                  </a:moveTo>
                  <a:lnTo>
                    <a:pt x="0" y="2085"/>
                  </a:lnTo>
                  <a:lnTo>
                    <a:pt x="19" y="2066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44"/>
            <p:cNvSpPr/>
            <p:nvPr/>
          </p:nvSpPr>
          <p:spPr>
            <a:xfrm>
              <a:off x="6093525" y="2036050"/>
              <a:ext cx="500" cy="51200"/>
            </a:xfrm>
            <a:custGeom>
              <a:avLst/>
              <a:gdLst/>
              <a:ahLst/>
              <a:cxnLst/>
              <a:rect l="l" t="t" r="r" b="b"/>
              <a:pathLst>
                <a:path w="20" h="2048" extrusionOk="0">
                  <a:moveTo>
                    <a:pt x="1" y="0"/>
                  </a:moveTo>
                  <a:lnTo>
                    <a:pt x="1" y="2047"/>
                  </a:lnTo>
                  <a:lnTo>
                    <a:pt x="19" y="2029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44"/>
            <p:cNvSpPr/>
            <p:nvPr/>
          </p:nvSpPr>
          <p:spPr>
            <a:xfrm>
              <a:off x="6094000" y="2036975"/>
              <a:ext cx="475" cy="49800"/>
            </a:xfrm>
            <a:custGeom>
              <a:avLst/>
              <a:gdLst/>
              <a:ahLst/>
              <a:cxnLst/>
              <a:rect l="l" t="t" r="r" b="b"/>
              <a:pathLst>
                <a:path w="19" h="1992" extrusionOk="0">
                  <a:moveTo>
                    <a:pt x="0" y="0"/>
                  </a:moveTo>
                  <a:lnTo>
                    <a:pt x="0" y="1992"/>
                  </a:lnTo>
                  <a:lnTo>
                    <a:pt x="19" y="1973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44"/>
            <p:cNvSpPr/>
            <p:nvPr/>
          </p:nvSpPr>
          <p:spPr>
            <a:xfrm>
              <a:off x="6094450" y="2037450"/>
              <a:ext cx="975" cy="48875"/>
            </a:xfrm>
            <a:custGeom>
              <a:avLst/>
              <a:gdLst/>
              <a:ahLst/>
              <a:cxnLst/>
              <a:rect l="l" t="t" r="r" b="b"/>
              <a:pathLst>
                <a:path w="39" h="1955" extrusionOk="0">
                  <a:moveTo>
                    <a:pt x="1" y="0"/>
                  </a:moveTo>
                  <a:lnTo>
                    <a:pt x="1" y="1954"/>
                  </a:lnTo>
                  <a:lnTo>
                    <a:pt x="38" y="1936"/>
                  </a:lnTo>
                  <a:lnTo>
                    <a:pt x="38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44"/>
            <p:cNvSpPr/>
            <p:nvPr/>
          </p:nvSpPr>
          <p:spPr>
            <a:xfrm>
              <a:off x="6095400" y="2037900"/>
              <a:ext cx="475" cy="47950"/>
            </a:xfrm>
            <a:custGeom>
              <a:avLst/>
              <a:gdLst/>
              <a:ahLst/>
              <a:cxnLst/>
              <a:rect l="l" t="t" r="r" b="b"/>
              <a:pathLst>
                <a:path w="19" h="1918" extrusionOk="0">
                  <a:moveTo>
                    <a:pt x="0" y="1"/>
                  </a:moveTo>
                  <a:lnTo>
                    <a:pt x="0" y="1918"/>
                  </a:lnTo>
                  <a:lnTo>
                    <a:pt x="19" y="1880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44"/>
            <p:cNvSpPr/>
            <p:nvPr/>
          </p:nvSpPr>
          <p:spPr>
            <a:xfrm>
              <a:off x="6095850" y="2038375"/>
              <a:ext cx="500" cy="46550"/>
            </a:xfrm>
            <a:custGeom>
              <a:avLst/>
              <a:gdLst/>
              <a:ahLst/>
              <a:cxnLst/>
              <a:rect l="l" t="t" r="r" b="b"/>
              <a:pathLst>
                <a:path w="20" h="1862" extrusionOk="0">
                  <a:moveTo>
                    <a:pt x="1" y="0"/>
                  </a:moveTo>
                  <a:lnTo>
                    <a:pt x="1" y="1861"/>
                  </a:lnTo>
                  <a:lnTo>
                    <a:pt x="19" y="184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44"/>
            <p:cNvSpPr/>
            <p:nvPr/>
          </p:nvSpPr>
          <p:spPr>
            <a:xfrm>
              <a:off x="6096325" y="2038825"/>
              <a:ext cx="500" cy="45625"/>
            </a:xfrm>
            <a:custGeom>
              <a:avLst/>
              <a:gdLst/>
              <a:ahLst/>
              <a:cxnLst/>
              <a:rect l="l" t="t" r="r" b="b"/>
              <a:pathLst>
                <a:path w="20" h="1825" extrusionOk="0">
                  <a:moveTo>
                    <a:pt x="0" y="1"/>
                  </a:moveTo>
                  <a:lnTo>
                    <a:pt x="0" y="1825"/>
                  </a:lnTo>
                  <a:lnTo>
                    <a:pt x="19" y="1806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44"/>
            <p:cNvSpPr/>
            <p:nvPr/>
          </p:nvSpPr>
          <p:spPr>
            <a:xfrm>
              <a:off x="6096800" y="2039300"/>
              <a:ext cx="475" cy="44700"/>
            </a:xfrm>
            <a:custGeom>
              <a:avLst/>
              <a:gdLst/>
              <a:ahLst/>
              <a:cxnLst/>
              <a:rect l="l" t="t" r="r" b="b"/>
              <a:pathLst>
                <a:path w="19" h="1788" extrusionOk="0">
                  <a:moveTo>
                    <a:pt x="0" y="1"/>
                  </a:moveTo>
                  <a:lnTo>
                    <a:pt x="0" y="1787"/>
                  </a:lnTo>
                  <a:lnTo>
                    <a:pt x="19" y="1769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44"/>
            <p:cNvSpPr/>
            <p:nvPr/>
          </p:nvSpPr>
          <p:spPr>
            <a:xfrm>
              <a:off x="6097250" y="2040225"/>
              <a:ext cx="500" cy="43300"/>
            </a:xfrm>
            <a:custGeom>
              <a:avLst/>
              <a:gdLst/>
              <a:ahLst/>
              <a:cxnLst/>
              <a:rect l="l" t="t" r="r" b="b"/>
              <a:pathLst>
                <a:path w="20" h="1732" extrusionOk="0">
                  <a:moveTo>
                    <a:pt x="1" y="1"/>
                  </a:moveTo>
                  <a:lnTo>
                    <a:pt x="1" y="1732"/>
                  </a:lnTo>
                  <a:lnTo>
                    <a:pt x="19" y="1713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44"/>
            <p:cNvSpPr/>
            <p:nvPr/>
          </p:nvSpPr>
          <p:spPr>
            <a:xfrm>
              <a:off x="6097725" y="2040700"/>
              <a:ext cx="950" cy="42350"/>
            </a:xfrm>
            <a:custGeom>
              <a:avLst/>
              <a:gdLst/>
              <a:ahLst/>
              <a:cxnLst/>
              <a:rect l="l" t="t" r="r" b="b"/>
              <a:pathLst>
                <a:path w="38" h="1694" extrusionOk="0">
                  <a:moveTo>
                    <a:pt x="0" y="0"/>
                  </a:moveTo>
                  <a:lnTo>
                    <a:pt x="0" y="1694"/>
                  </a:lnTo>
                  <a:lnTo>
                    <a:pt x="37" y="1675"/>
                  </a:lnTo>
                  <a:lnTo>
                    <a:pt x="37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44"/>
            <p:cNvSpPr/>
            <p:nvPr/>
          </p:nvSpPr>
          <p:spPr>
            <a:xfrm>
              <a:off x="6098650" y="2041150"/>
              <a:ext cx="500" cy="41450"/>
            </a:xfrm>
            <a:custGeom>
              <a:avLst/>
              <a:gdLst/>
              <a:ahLst/>
              <a:cxnLst/>
              <a:rect l="l" t="t" r="r" b="b"/>
              <a:pathLst>
                <a:path w="20" h="1658" extrusionOk="0">
                  <a:moveTo>
                    <a:pt x="0" y="1"/>
                  </a:moveTo>
                  <a:lnTo>
                    <a:pt x="0" y="1657"/>
                  </a:lnTo>
                  <a:lnTo>
                    <a:pt x="19" y="162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44"/>
            <p:cNvSpPr/>
            <p:nvPr/>
          </p:nvSpPr>
          <p:spPr>
            <a:xfrm>
              <a:off x="6099125" y="2041625"/>
              <a:ext cx="475" cy="40050"/>
            </a:xfrm>
            <a:custGeom>
              <a:avLst/>
              <a:gdLst/>
              <a:ahLst/>
              <a:cxnLst/>
              <a:rect l="l" t="t" r="r" b="b"/>
              <a:pathLst>
                <a:path w="19" h="1602" extrusionOk="0">
                  <a:moveTo>
                    <a:pt x="0" y="1"/>
                  </a:moveTo>
                  <a:lnTo>
                    <a:pt x="0" y="1601"/>
                  </a:lnTo>
                  <a:lnTo>
                    <a:pt x="19" y="158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44"/>
            <p:cNvSpPr/>
            <p:nvPr/>
          </p:nvSpPr>
          <p:spPr>
            <a:xfrm>
              <a:off x="6099575" y="2042100"/>
              <a:ext cx="500" cy="39100"/>
            </a:xfrm>
            <a:custGeom>
              <a:avLst/>
              <a:gdLst/>
              <a:ahLst/>
              <a:cxnLst/>
              <a:rect l="l" t="t" r="r" b="b"/>
              <a:pathLst>
                <a:path w="20" h="1564" extrusionOk="0">
                  <a:moveTo>
                    <a:pt x="1" y="0"/>
                  </a:moveTo>
                  <a:lnTo>
                    <a:pt x="1" y="1563"/>
                  </a:lnTo>
                  <a:lnTo>
                    <a:pt x="19" y="1545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44"/>
            <p:cNvSpPr/>
            <p:nvPr/>
          </p:nvSpPr>
          <p:spPr>
            <a:xfrm>
              <a:off x="6100050" y="2042550"/>
              <a:ext cx="475" cy="38175"/>
            </a:xfrm>
            <a:custGeom>
              <a:avLst/>
              <a:gdLst/>
              <a:ahLst/>
              <a:cxnLst/>
              <a:rect l="l" t="t" r="r" b="b"/>
              <a:pathLst>
                <a:path w="19" h="1527" extrusionOk="0">
                  <a:moveTo>
                    <a:pt x="0" y="1"/>
                  </a:moveTo>
                  <a:lnTo>
                    <a:pt x="0" y="1527"/>
                  </a:lnTo>
                  <a:lnTo>
                    <a:pt x="19" y="1508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44"/>
            <p:cNvSpPr/>
            <p:nvPr/>
          </p:nvSpPr>
          <p:spPr>
            <a:xfrm>
              <a:off x="6100500" y="2043500"/>
              <a:ext cx="500" cy="36775"/>
            </a:xfrm>
            <a:custGeom>
              <a:avLst/>
              <a:gdLst/>
              <a:ahLst/>
              <a:cxnLst/>
              <a:rect l="l" t="t" r="r" b="b"/>
              <a:pathLst>
                <a:path w="20" h="1471" extrusionOk="0">
                  <a:moveTo>
                    <a:pt x="1" y="0"/>
                  </a:moveTo>
                  <a:lnTo>
                    <a:pt x="1" y="1470"/>
                  </a:lnTo>
                  <a:lnTo>
                    <a:pt x="20" y="1452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44"/>
            <p:cNvSpPr/>
            <p:nvPr/>
          </p:nvSpPr>
          <p:spPr>
            <a:xfrm>
              <a:off x="6100975" y="2043950"/>
              <a:ext cx="950" cy="35850"/>
            </a:xfrm>
            <a:custGeom>
              <a:avLst/>
              <a:gdLst/>
              <a:ahLst/>
              <a:cxnLst/>
              <a:rect l="l" t="t" r="r" b="b"/>
              <a:pathLst>
                <a:path w="38" h="1434" extrusionOk="0">
                  <a:moveTo>
                    <a:pt x="1" y="1"/>
                  </a:moveTo>
                  <a:lnTo>
                    <a:pt x="1" y="1434"/>
                  </a:lnTo>
                  <a:lnTo>
                    <a:pt x="38" y="1415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44"/>
            <p:cNvSpPr/>
            <p:nvPr/>
          </p:nvSpPr>
          <p:spPr>
            <a:xfrm>
              <a:off x="6101900" y="2044425"/>
              <a:ext cx="500" cy="34925"/>
            </a:xfrm>
            <a:custGeom>
              <a:avLst/>
              <a:gdLst/>
              <a:ahLst/>
              <a:cxnLst/>
              <a:rect l="l" t="t" r="r" b="b"/>
              <a:pathLst>
                <a:path w="20" h="1397" extrusionOk="0">
                  <a:moveTo>
                    <a:pt x="1" y="0"/>
                  </a:moveTo>
                  <a:lnTo>
                    <a:pt x="1" y="1396"/>
                  </a:lnTo>
                  <a:lnTo>
                    <a:pt x="19" y="1359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44"/>
            <p:cNvSpPr/>
            <p:nvPr/>
          </p:nvSpPr>
          <p:spPr>
            <a:xfrm>
              <a:off x="6102375" y="2044875"/>
              <a:ext cx="475" cy="33525"/>
            </a:xfrm>
            <a:custGeom>
              <a:avLst/>
              <a:gdLst/>
              <a:ahLst/>
              <a:cxnLst/>
              <a:rect l="l" t="t" r="r" b="b"/>
              <a:pathLst>
                <a:path w="19" h="1341" extrusionOk="0">
                  <a:moveTo>
                    <a:pt x="0" y="1"/>
                  </a:moveTo>
                  <a:lnTo>
                    <a:pt x="0" y="1341"/>
                  </a:lnTo>
                  <a:lnTo>
                    <a:pt x="19" y="132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44"/>
            <p:cNvSpPr/>
            <p:nvPr/>
          </p:nvSpPr>
          <p:spPr>
            <a:xfrm>
              <a:off x="6102825" y="2045350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" y="0"/>
                  </a:moveTo>
                  <a:lnTo>
                    <a:pt x="1" y="1303"/>
                  </a:lnTo>
                  <a:lnTo>
                    <a:pt x="20" y="1285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44"/>
            <p:cNvSpPr/>
            <p:nvPr/>
          </p:nvSpPr>
          <p:spPr>
            <a:xfrm>
              <a:off x="6103300" y="2045825"/>
              <a:ext cx="500" cy="31650"/>
            </a:xfrm>
            <a:custGeom>
              <a:avLst/>
              <a:gdLst/>
              <a:ahLst/>
              <a:cxnLst/>
              <a:rect l="l" t="t" r="r" b="b"/>
              <a:pathLst>
                <a:path w="20" h="1266" extrusionOk="0">
                  <a:moveTo>
                    <a:pt x="1" y="0"/>
                  </a:moveTo>
                  <a:lnTo>
                    <a:pt x="1" y="1266"/>
                  </a:lnTo>
                  <a:lnTo>
                    <a:pt x="19" y="1247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44"/>
            <p:cNvSpPr/>
            <p:nvPr/>
          </p:nvSpPr>
          <p:spPr>
            <a:xfrm>
              <a:off x="6103775" y="2046750"/>
              <a:ext cx="475" cy="30250"/>
            </a:xfrm>
            <a:custGeom>
              <a:avLst/>
              <a:gdLst/>
              <a:ahLst/>
              <a:cxnLst/>
              <a:rect l="l" t="t" r="r" b="b"/>
              <a:pathLst>
                <a:path w="19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9" y="1191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44"/>
            <p:cNvSpPr/>
            <p:nvPr/>
          </p:nvSpPr>
          <p:spPr>
            <a:xfrm>
              <a:off x="6104225" y="2047200"/>
              <a:ext cx="950" cy="29350"/>
            </a:xfrm>
            <a:custGeom>
              <a:avLst/>
              <a:gdLst/>
              <a:ahLst/>
              <a:cxnLst/>
              <a:rect l="l" t="t" r="r" b="b"/>
              <a:pathLst>
                <a:path w="38" h="1174" extrusionOk="0">
                  <a:moveTo>
                    <a:pt x="1" y="1"/>
                  </a:moveTo>
                  <a:lnTo>
                    <a:pt x="1" y="1173"/>
                  </a:lnTo>
                  <a:lnTo>
                    <a:pt x="38" y="1155"/>
                  </a:lnTo>
                  <a:lnTo>
                    <a:pt x="38" y="2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44"/>
            <p:cNvSpPr/>
            <p:nvPr/>
          </p:nvSpPr>
          <p:spPr>
            <a:xfrm>
              <a:off x="6105175" y="2047675"/>
              <a:ext cx="475" cy="28400"/>
            </a:xfrm>
            <a:custGeom>
              <a:avLst/>
              <a:gdLst/>
              <a:ahLst/>
              <a:cxnLst/>
              <a:rect l="l" t="t" r="r" b="b"/>
              <a:pathLst>
                <a:path w="19" h="1136" extrusionOk="0">
                  <a:moveTo>
                    <a:pt x="0" y="1"/>
                  </a:moveTo>
                  <a:lnTo>
                    <a:pt x="0" y="1136"/>
                  </a:lnTo>
                  <a:lnTo>
                    <a:pt x="19" y="1099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44"/>
            <p:cNvSpPr/>
            <p:nvPr/>
          </p:nvSpPr>
          <p:spPr>
            <a:xfrm>
              <a:off x="6105625" y="2048150"/>
              <a:ext cx="500" cy="27000"/>
            </a:xfrm>
            <a:custGeom>
              <a:avLst/>
              <a:gdLst/>
              <a:ahLst/>
              <a:cxnLst/>
              <a:rect l="l" t="t" r="r" b="b"/>
              <a:pathLst>
                <a:path w="20" h="1080" extrusionOk="0">
                  <a:moveTo>
                    <a:pt x="1" y="0"/>
                  </a:moveTo>
                  <a:lnTo>
                    <a:pt x="1" y="1080"/>
                  </a:lnTo>
                  <a:lnTo>
                    <a:pt x="19" y="1061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44"/>
            <p:cNvSpPr/>
            <p:nvPr/>
          </p:nvSpPr>
          <p:spPr>
            <a:xfrm>
              <a:off x="6106100" y="2048600"/>
              <a:ext cx="475" cy="26075"/>
            </a:xfrm>
            <a:custGeom>
              <a:avLst/>
              <a:gdLst/>
              <a:ahLst/>
              <a:cxnLst/>
              <a:rect l="l" t="t" r="r" b="b"/>
              <a:pathLst>
                <a:path w="19" h="1043" extrusionOk="0">
                  <a:moveTo>
                    <a:pt x="0" y="1"/>
                  </a:moveTo>
                  <a:lnTo>
                    <a:pt x="0" y="1043"/>
                  </a:lnTo>
                  <a:lnTo>
                    <a:pt x="19" y="1024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44"/>
            <p:cNvSpPr/>
            <p:nvPr/>
          </p:nvSpPr>
          <p:spPr>
            <a:xfrm>
              <a:off x="6106550" y="2049075"/>
              <a:ext cx="500" cy="25150"/>
            </a:xfrm>
            <a:custGeom>
              <a:avLst/>
              <a:gdLst/>
              <a:ahLst/>
              <a:cxnLst/>
              <a:rect l="l" t="t" r="r" b="b"/>
              <a:pathLst>
                <a:path w="20" h="1006" extrusionOk="0">
                  <a:moveTo>
                    <a:pt x="1" y="0"/>
                  </a:moveTo>
                  <a:lnTo>
                    <a:pt x="1" y="1005"/>
                  </a:lnTo>
                  <a:lnTo>
                    <a:pt x="19" y="987"/>
                  </a:lnTo>
                  <a:lnTo>
                    <a:pt x="19" y="3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44"/>
            <p:cNvSpPr/>
            <p:nvPr/>
          </p:nvSpPr>
          <p:spPr>
            <a:xfrm>
              <a:off x="6107025" y="2050000"/>
              <a:ext cx="500" cy="23750"/>
            </a:xfrm>
            <a:custGeom>
              <a:avLst/>
              <a:gdLst/>
              <a:ahLst/>
              <a:cxnLst/>
              <a:rect l="l" t="t" r="r" b="b"/>
              <a:pathLst>
                <a:path w="20" h="950" extrusionOk="0">
                  <a:moveTo>
                    <a:pt x="0" y="1"/>
                  </a:moveTo>
                  <a:lnTo>
                    <a:pt x="0" y="950"/>
                  </a:lnTo>
                  <a:lnTo>
                    <a:pt x="19" y="931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44"/>
            <p:cNvSpPr/>
            <p:nvPr/>
          </p:nvSpPr>
          <p:spPr>
            <a:xfrm>
              <a:off x="6107500" y="2050475"/>
              <a:ext cx="950" cy="22825"/>
            </a:xfrm>
            <a:custGeom>
              <a:avLst/>
              <a:gdLst/>
              <a:ahLst/>
              <a:cxnLst/>
              <a:rect l="l" t="t" r="r" b="b"/>
              <a:pathLst>
                <a:path w="38" h="913" extrusionOk="0">
                  <a:moveTo>
                    <a:pt x="0" y="0"/>
                  </a:moveTo>
                  <a:lnTo>
                    <a:pt x="0" y="912"/>
                  </a:lnTo>
                  <a:lnTo>
                    <a:pt x="37" y="893"/>
                  </a:lnTo>
                  <a:lnTo>
                    <a:pt x="37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44"/>
            <p:cNvSpPr/>
            <p:nvPr/>
          </p:nvSpPr>
          <p:spPr>
            <a:xfrm>
              <a:off x="6108425" y="2050925"/>
              <a:ext cx="475" cy="21900"/>
            </a:xfrm>
            <a:custGeom>
              <a:avLst/>
              <a:gdLst/>
              <a:ahLst/>
              <a:cxnLst/>
              <a:rect l="l" t="t" r="r" b="b"/>
              <a:pathLst>
                <a:path w="19" h="876" extrusionOk="0">
                  <a:moveTo>
                    <a:pt x="0" y="1"/>
                  </a:moveTo>
                  <a:lnTo>
                    <a:pt x="0" y="875"/>
                  </a:lnTo>
                  <a:lnTo>
                    <a:pt x="19" y="838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44"/>
            <p:cNvSpPr/>
            <p:nvPr/>
          </p:nvSpPr>
          <p:spPr>
            <a:xfrm>
              <a:off x="6108875" y="2051400"/>
              <a:ext cx="500" cy="20500"/>
            </a:xfrm>
            <a:custGeom>
              <a:avLst/>
              <a:gdLst/>
              <a:ahLst/>
              <a:cxnLst/>
              <a:rect l="l" t="t" r="r" b="b"/>
              <a:pathLst>
                <a:path w="20" h="820" extrusionOk="0">
                  <a:moveTo>
                    <a:pt x="1" y="0"/>
                  </a:moveTo>
                  <a:lnTo>
                    <a:pt x="1" y="819"/>
                  </a:lnTo>
                  <a:lnTo>
                    <a:pt x="20" y="801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44"/>
            <p:cNvSpPr/>
            <p:nvPr/>
          </p:nvSpPr>
          <p:spPr>
            <a:xfrm>
              <a:off x="6109350" y="2051875"/>
              <a:ext cx="500" cy="19550"/>
            </a:xfrm>
            <a:custGeom>
              <a:avLst/>
              <a:gdLst/>
              <a:ahLst/>
              <a:cxnLst/>
              <a:rect l="l" t="t" r="r" b="b"/>
              <a:pathLst>
                <a:path w="20" h="782" extrusionOk="0">
                  <a:moveTo>
                    <a:pt x="1" y="0"/>
                  </a:moveTo>
                  <a:lnTo>
                    <a:pt x="1" y="782"/>
                  </a:lnTo>
                  <a:lnTo>
                    <a:pt x="19" y="76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44"/>
            <p:cNvSpPr/>
            <p:nvPr/>
          </p:nvSpPr>
          <p:spPr>
            <a:xfrm>
              <a:off x="6109825" y="2052325"/>
              <a:ext cx="475" cy="18650"/>
            </a:xfrm>
            <a:custGeom>
              <a:avLst/>
              <a:gdLst/>
              <a:ahLst/>
              <a:cxnLst/>
              <a:rect l="l" t="t" r="r" b="b"/>
              <a:pathLst>
                <a:path w="19" h="746" extrusionOk="0">
                  <a:moveTo>
                    <a:pt x="0" y="1"/>
                  </a:moveTo>
                  <a:lnTo>
                    <a:pt x="0" y="745"/>
                  </a:lnTo>
                  <a:lnTo>
                    <a:pt x="19" y="726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44"/>
            <p:cNvSpPr/>
            <p:nvPr/>
          </p:nvSpPr>
          <p:spPr>
            <a:xfrm>
              <a:off x="6110275" y="2053250"/>
              <a:ext cx="500" cy="17250"/>
            </a:xfrm>
            <a:custGeom>
              <a:avLst/>
              <a:gdLst/>
              <a:ahLst/>
              <a:cxnLst/>
              <a:rect l="l" t="t" r="r" b="b"/>
              <a:pathLst>
                <a:path w="20" h="690" extrusionOk="0">
                  <a:moveTo>
                    <a:pt x="1" y="1"/>
                  </a:moveTo>
                  <a:lnTo>
                    <a:pt x="1" y="689"/>
                  </a:lnTo>
                  <a:lnTo>
                    <a:pt x="19" y="671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44"/>
            <p:cNvSpPr/>
            <p:nvPr/>
          </p:nvSpPr>
          <p:spPr>
            <a:xfrm>
              <a:off x="6110750" y="2053725"/>
              <a:ext cx="950" cy="16300"/>
            </a:xfrm>
            <a:custGeom>
              <a:avLst/>
              <a:gdLst/>
              <a:ahLst/>
              <a:cxnLst/>
              <a:rect l="l" t="t" r="r" b="b"/>
              <a:pathLst>
                <a:path w="38" h="652" extrusionOk="0">
                  <a:moveTo>
                    <a:pt x="0" y="0"/>
                  </a:moveTo>
                  <a:lnTo>
                    <a:pt x="0" y="652"/>
                  </a:lnTo>
                  <a:lnTo>
                    <a:pt x="38" y="633"/>
                  </a:lnTo>
                  <a:lnTo>
                    <a:pt x="38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44"/>
            <p:cNvSpPr/>
            <p:nvPr/>
          </p:nvSpPr>
          <p:spPr>
            <a:xfrm>
              <a:off x="6111675" y="2054200"/>
              <a:ext cx="500" cy="15375"/>
            </a:xfrm>
            <a:custGeom>
              <a:avLst/>
              <a:gdLst/>
              <a:ahLst/>
              <a:cxnLst/>
              <a:rect l="l" t="t" r="r" b="b"/>
              <a:pathLst>
                <a:path w="20" h="615" extrusionOk="0">
                  <a:moveTo>
                    <a:pt x="1" y="0"/>
                  </a:moveTo>
                  <a:lnTo>
                    <a:pt x="1" y="614"/>
                  </a:lnTo>
                  <a:lnTo>
                    <a:pt x="19" y="57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44"/>
            <p:cNvSpPr/>
            <p:nvPr/>
          </p:nvSpPr>
          <p:spPr>
            <a:xfrm>
              <a:off x="6112150" y="2054650"/>
              <a:ext cx="475" cy="13975"/>
            </a:xfrm>
            <a:custGeom>
              <a:avLst/>
              <a:gdLst/>
              <a:ahLst/>
              <a:cxnLst/>
              <a:rect l="l" t="t" r="r" b="b"/>
              <a:pathLst>
                <a:path w="19" h="559" extrusionOk="0">
                  <a:moveTo>
                    <a:pt x="0" y="1"/>
                  </a:moveTo>
                  <a:lnTo>
                    <a:pt x="0" y="559"/>
                  </a:lnTo>
                  <a:lnTo>
                    <a:pt x="19" y="540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44"/>
            <p:cNvSpPr/>
            <p:nvPr/>
          </p:nvSpPr>
          <p:spPr>
            <a:xfrm>
              <a:off x="6112600" y="2055125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1" y="0"/>
                  </a:moveTo>
                  <a:lnTo>
                    <a:pt x="1" y="521"/>
                  </a:lnTo>
                  <a:lnTo>
                    <a:pt x="19" y="50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44"/>
            <p:cNvSpPr/>
            <p:nvPr/>
          </p:nvSpPr>
          <p:spPr>
            <a:xfrm>
              <a:off x="6113075" y="2055575"/>
              <a:ext cx="475" cy="12125"/>
            </a:xfrm>
            <a:custGeom>
              <a:avLst/>
              <a:gdLst/>
              <a:ahLst/>
              <a:cxnLst/>
              <a:rect l="l" t="t" r="r" b="b"/>
              <a:pathLst>
                <a:path w="19" h="485" extrusionOk="0">
                  <a:moveTo>
                    <a:pt x="0" y="1"/>
                  </a:moveTo>
                  <a:lnTo>
                    <a:pt x="0" y="485"/>
                  </a:lnTo>
                  <a:lnTo>
                    <a:pt x="19" y="466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44"/>
            <p:cNvSpPr/>
            <p:nvPr/>
          </p:nvSpPr>
          <p:spPr>
            <a:xfrm>
              <a:off x="6113550" y="2056525"/>
              <a:ext cx="475" cy="10725"/>
            </a:xfrm>
            <a:custGeom>
              <a:avLst/>
              <a:gdLst/>
              <a:ahLst/>
              <a:cxnLst/>
              <a:rect l="l" t="t" r="r" b="b"/>
              <a:pathLst>
                <a:path w="19" h="429" extrusionOk="0">
                  <a:moveTo>
                    <a:pt x="0" y="0"/>
                  </a:moveTo>
                  <a:lnTo>
                    <a:pt x="0" y="428"/>
                  </a:lnTo>
                  <a:lnTo>
                    <a:pt x="19" y="410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44"/>
            <p:cNvSpPr/>
            <p:nvPr/>
          </p:nvSpPr>
          <p:spPr>
            <a:xfrm>
              <a:off x="6114000" y="2056975"/>
              <a:ext cx="950" cy="9800"/>
            </a:xfrm>
            <a:custGeom>
              <a:avLst/>
              <a:gdLst/>
              <a:ahLst/>
              <a:cxnLst/>
              <a:rect l="l" t="t" r="r" b="b"/>
              <a:pathLst>
                <a:path w="38" h="392" extrusionOk="0">
                  <a:moveTo>
                    <a:pt x="1" y="1"/>
                  </a:moveTo>
                  <a:lnTo>
                    <a:pt x="1" y="392"/>
                  </a:lnTo>
                  <a:lnTo>
                    <a:pt x="38" y="373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44"/>
            <p:cNvSpPr/>
            <p:nvPr/>
          </p:nvSpPr>
          <p:spPr>
            <a:xfrm>
              <a:off x="6114925" y="2057450"/>
              <a:ext cx="500" cy="8850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" y="0"/>
                  </a:moveTo>
                  <a:lnTo>
                    <a:pt x="1" y="354"/>
                  </a:lnTo>
                  <a:lnTo>
                    <a:pt x="19" y="31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44"/>
            <p:cNvSpPr/>
            <p:nvPr/>
          </p:nvSpPr>
          <p:spPr>
            <a:xfrm>
              <a:off x="6115400" y="2057900"/>
              <a:ext cx="500" cy="7475"/>
            </a:xfrm>
            <a:custGeom>
              <a:avLst/>
              <a:gdLst/>
              <a:ahLst/>
              <a:cxnLst/>
              <a:rect l="l" t="t" r="r" b="b"/>
              <a:pathLst>
                <a:path w="20" h="299" extrusionOk="0">
                  <a:moveTo>
                    <a:pt x="0" y="1"/>
                  </a:moveTo>
                  <a:lnTo>
                    <a:pt x="0" y="299"/>
                  </a:lnTo>
                  <a:lnTo>
                    <a:pt x="19" y="28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44"/>
            <p:cNvSpPr/>
            <p:nvPr/>
          </p:nvSpPr>
          <p:spPr>
            <a:xfrm>
              <a:off x="6115875" y="2058375"/>
              <a:ext cx="475" cy="6550"/>
            </a:xfrm>
            <a:custGeom>
              <a:avLst/>
              <a:gdLst/>
              <a:ahLst/>
              <a:cxnLst/>
              <a:rect l="l" t="t" r="r" b="b"/>
              <a:pathLst>
                <a:path w="19" h="262" extrusionOk="0">
                  <a:moveTo>
                    <a:pt x="0" y="1"/>
                  </a:moveTo>
                  <a:lnTo>
                    <a:pt x="0" y="261"/>
                  </a:lnTo>
                  <a:lnTo>
                    <a:pt x="19" y="24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44"/>
            <p:cNvSpPr/>
            <p:nvPr/>
          </p:nvSpPr>
          <p:spPr>
            <a:xfrm>
              <a:off x="6116325" y="2058850"/>
              <a:ext cx="500" cy="5600"/>
            </a:xfrm>
            <a:custGeom>
              <a:avLst/>
              <a:gdLst/>
              <a:ahLst/>
              <a:cxnLst/>
              <a:rect l="l" t="t" r="r" b="b"/>
              <a:pathLst>
                <a:path w="20" h="224" extrusionOk="0">
                  <a:moveTo>
                    <a:pt x="1" y="0"/>
                  </a:moveTo>
                  <a:lnTo>
                    <a:pt x="1" y="223"/>
                  </a:lnTo>
                  <a:lnTo>
                    <a:pt x="19" y="205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44"/>
            <p:cNvSpPr/>
            <p:nvPr/>
          </p:nvSpPr>
          <p:spPr>
            <a:xfrm>
              <a:off x="6116800" y="2059775"/>
              <a:ext cx="475" cy="4200"/>
            </a:xfrm>
            <a:custGeom>
              <a:avLst/>
              <a:gdLst/>
              <a:ahLst/>
              <a:cxnLst/>
              <a:rect l="l" t="t" r="r" b="b"/>
              <a:pathLst>
                <a:path w="19" h="168" extrusionOk="0">
                  <a:moveTo>
                    <a:pt x="0" y="0"/>
                  </a:moveTo>
                  <a:lnTo>
                    <a:pt x="0" y="168"/>
                  </a:lnTo>
                  <a:lnTo>
                    <a:pt x="19" y="149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44"/>
            <p:cNvSpPr/>
            <p:nvPr/>
          </p:nvSpPr>
          <p:spPr>
            <a:xfrm>
              <a:off x="6117250" y="2060225"/>
              <a:ext cx="975" cy="3300"/>
            </a:xfrm>
            <a:custGeom>
              <a:avLst/>
              <a:gdLst/>
              <a:ahLst/>
              <a:cxnLst/>
              <a:rect l="l" t="t" r="r" b="b"/>
              <a:pathLst>
                <a:path w="39" h="132" extrusionOk="0">
                  <a:moveTo>
                    <a:pt x="1" y="1"/>
                  </a:moveTo>
                  <a:lnTo>
                    <a:pt x="1" y="131"/>
                  </a:lnTo>
                  <a:lnTo>
                    <a:pt x="38" y="113"/>
                  </a:lnTo>
                  <a:lnTo>
                    <a:pt x="38" y="2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44"/>
            <p:cNvSpPr/>
            <p:nvPr/>
          </p:nvSpPr>
          <p:spPr>
            <a:xfrm>
              <a:off x="6118200" y="2060700"/>
              <a:ext cx="475" cy="2350"/>
            </a:xfrm>
            <a:custGeom>
              <a:avLst/>
              <a:gdLst/>
              <a:ahLst/>
              <a:cxnLst/>
              <a:rect l="l" t="t" r="r" b="b"/>
              <a:pathLst>
                <a:path w="19" h="94" extrusionOk="0">
                  <a:moveTo>
                    <a:pt x="0" y="1"/>
                  </a:moveTo>
                  <a:lnTo>
                    <a:pt x="0" y="94"/>
                  </a:lnTo>
                  <a:lnTo>
                    <a:pt x="19" y="56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44"/>
            <p:cNvSpPr/>
            <p:nvPr/>
          </p:nvSpPr>
          <p:spPr>
            <a:xfrm>
              <a:off x="6118650" y="2061175"/>
              <a:ext cx="500" cy="950"/>
            </a:xfrm>
            <a:custGeom>
              <a:avLst/>
              <a:gdLst/>
              <a:ahLst/>
              <a:cxnLst/>
              <a:rect l="l" t="t" r="r" b="b"/>
              <a:pathLst>
                <a:path w="20" h="38" extrusionOk="0">
                  <a:moveTo>
                    <a:pt x="1" y="0"/>
                  </a:moveTo>
                  <a:lnTo>
                    <a:pt x="1" y="3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44"/>
            <p:cNvSpPr/>
            <p:nvPr/>
          </p:nvSpPr>
          <p:spPr>
            <a:xfrm>
              <a:off x="5774825" y="2299850"/>
              <a:ext cx="309425" cy="30942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7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7" name="Google Shape;267;p44"/>
          <p:cNvSpPr/>
          <p:nvPr/>
        </p:nvSpPr>
        <p:spPr>
          <a:xfrm>
            <a:off x="7013780" y="208116"/>
            <a:ext cx="823936" cy="823879"/>
          </a:xfrm>
          <a:custGeom>
            <a:avLst/>
            <a:gdLst/>
            <a:ahLst/>
            <a:cxnLst/>
            <a:rect l="l" t="t" r="r" b="b"/>
            <a:pathLst>
              <a:path w="14462" h="14461" extrusionOk="0">
                <a:moveTo>
                  <a:pt x="7222" y="0"/>
                </a:moveTo>
                <a:lnTo>
                  <a:pt x="1" y="7221"/>
                </a:lnTo>
                <a:lnTo>
                  <a:pt x="7222" y="14461"/>
                </a:lnTo>
                <a:lnTo>
                  <a:pt x="14461" y="7221"/>
                </a:lnTo>
                <a:lnTo>
                  <a:pt x="7222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8" name="Google Shape;268;p44"/>
          <p:cNvGrpSpPr/>
          <p:nvPr/>
        </p:nvGrpSpPr>
        <p:grpSpPr>
          <a:xfrm>
            <a:off x="7000981" y="195816"/>
            <a:ext cx="849275" cy="848250"/>
            <a:chOff x="2651171" y="2397773"/>
            <a:chExt cx="2099568" cy="2097033"/>
          </a:xfrm>
        </p:grpSpPr>
        <p:sp>
          <p:nvSpPr>
            <p:cNvPr id="269" name="Google Shape;269;p44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44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1" name="Google Shape;271;p44"/>
          <p:cNvGrpSpPr/>
          <p:nvPr/>
        </p:nvGrpSpPr>
        <p:grpSpPr>
          <a:xfrm>
            <a:off x="7263610" y="-297378"/>
            <a:ext cx="2216073" cy="1834889"/>
            <a:chOff x="2210400" y="2558550"/>
            <a:chExt cx="971025" cy="804000"/>
          </a:xfrm>
        </p:grpSpPr>
        <p:sp>
          <p:nvSpPr>
            <p:cNvPr id="272" name="Google Shape;272;p44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44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44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44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44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44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44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44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0" name="Google Shape;280;p44"/>
          <p:cNvGrpSpPr/>
          <p:nvPr/>
        </p:nvGrpSpPr>
        <p:grpSpPr>
          <a:xfrm>
            <a:off x="5978160" y="2286430"/>
            <a:ext cx="4015313" cy="3884503"/>
            <a:chOff x="5440750" y="1669400"/>
            <a:chExt cx="971525" cy="939875"/>
          </a:xfrm>
        </p:grpSpPr>
        <p:sp>
          <p:nvSpPr>
            <p:cNvPr id="281" name="Google Shape;281;p44"/>
            <p:cNvSpPr/>
            <p:nvPr/>
          </p:nvSpPr>
          <p:spPr>
            <a:xfrm>
              <a:off x="5511025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98" y="31714"/>
                  </a:lnTo>
                  <a:lnTo>
                    <a:pt x="31731" y="16081"/>
                  </a:lnTo>
                  <a:lnTo>
                    <a:pt x="16098" y="429"/>
                  </a:lnTo>
                  <a:close/>
                  <a:moveTo>
                    <a:pt x="16098" y="32160"/>
                  </a:moveTo>
                  <a:lnTo>
                    <a:pt x="0" y="16081"/>
                  </a:lnTo>
                  <a:lnTo>
                    <a:pt x="16098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44"/>
            <p:cNvSpPr/>
            <p:nvPr/>
          </p:nvSpPr>
          <p:spPr>
            <a:xfrm>
              <a:off x="5487750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44"/>
            <p:cNvSpPr/>
            <p:nvPr/>
          </p:nvSpPr>
          <p:spPr>
            <a:xfrm>
              <a:off x="546447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29" y="16081"/>
                  </a:moveTo>
                  <a:lnTo>
                    <a:pt x="16081" y="31714"/>
                  </a:lnTo>
                  <a:lnTo>
                    <a:pt x="31714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44"/>
            <p:cNvSpPr/>
            <p:nvPr/>
          </p:nvSpPr>
          <p:spPr>
            <a:xfrm>
              <a:off x="544075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7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44"/>
            <p:cNvSpPr/>
            <p:nvPr/>
          </p:nvSpPr>
          <p:spPr>
            <a:xfrm>
              <a:off x="560780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1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44"/>
            <p:cNvSpPr/>
            <p:nvPr/>
          </p:nvSpPr>
          <p:spPr>
            <a:xfrm>
              <a:off x="558452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44"/>
            <p:cNvSpPr/>
            <p:nvPr/>
          </p:nvSpPr>
          <p:spPr>
            <a:xfrm>
              <a:off x="556127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28" y="16081"/>
                  </a:moveTo>
                  <a:lnTo>
                    <a:pt x="16080" y="31714"/>
                  </a:lnTo>
                  <a:lnTo>
                    <a:pt x="31713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5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44"/>
            <p:cNvSpPr/>
            <p:nvPr/>
          </p:nvSpPr>
          <p:spPr>
            <a:xfrm>
              <a:off x="553752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48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44"/>
            <p:cNvSpPr/>
            <p:nvPr/>
          </p:nvSpPr>
          <p:spPr>
            <a:xfrm>
              <a:off x="6167975" y="211840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44"/>
            <p:cNvSpPr/>
            <p:nvPr/>
          </p:nvSpPr>
          <p:spPr>
            <a:xfrm>
              <a:off x="6162400" y="2112825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6477" h="6477" extrusionOk="0">
                  <a:moveTo>
                    <a:pt x="428" y="3238"/>
                  </a:moveTo>
                  <a:lnTo>
                    <a:pt x="3238" y="6049"/>
                  </a:lnTo>
                  <a:lnTo>
                    <a:pt x="6030" y="3238"/>
                  </a:lnTo>
                  <a:lnTo>
                    <a:pt x="3238" y="447"/>
                  </a:lnTo>
                  <a:close/>
                  <a:moveTo>
                    <a:pt x="3238" y="6477"/>
                  </a:moveTo>
                  <a:lnTo>
                    <a:pt x="0" y="3238"/>
                  </a:lnTo>
                  <a:lnTo>
                    <a:pt x="3238" y="0"/>
                  </a:lnTo>
                  <a:lnTo>
                    <a:pt x="6477" y="323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44"/>
            <p:cNvSpPr/>
            <p:nvPr/>
          </p:nvSpPr>
          <p:spPr>
            <a:xfrm>
              <a:off x="6190775" y="2141200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674EA7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44"/>
            <p:cNvSpPr/>
            <p:nvPr/>
          </p:nvSpPr>
          <p:spPr>
            <a:xfrm>
              <a:off x="6060950" y="2061175"/>
              <a:ext cx="500" cy="950"/>
            </a:xfrm>
            <a:custGeom>
              <a:avLst/>
              <a:gdLst/>
              <a:ahLst/>
              <a:cxnLst/>
              <a:rect l="l" t="t" r="r" b="b"/>
              <a:pathLst>
                <a:path w="20" h="38" extrusionOk="0">
                  <a:moveTo>
                    <a:pt x="20" y="0"/>
                  </a:moveTo>
                  <a:lnTo>
                    <a:pt x="1" y="19"/>
                  </a:lnTo>
                  <a:lnTo>
                    <a:pt x="20" y="37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44"/>
            <p:cNvSpPr/>
            <p:nvPr/>
          </p:nvSpPr>
          <p:spPr>
            <a:xfrm>
              <a:off x="6061425" y="2060700"/>
              <a:ext cx="500" cy="2350"/>
            </a:xfrm>
            <a:custGeom>
              <a:avLst/>
              <a:gdLst/>
              <a:ahLst/>
              <a:cxnLst/>
              <a:rect l="l" t="t" r="r" b="b"/>
              <a:pathLst>
                <a:path w="20" h="94" extrusionOk="0">
                  <a:moveTo>
                    <a:pt x="19" y="1"/>
                  </a:moveTo>
                  <a:lnTo>
                    <a:pt x="1" y="19"/>
                  </a:lnTo>
                  <a:lnTo>
                    <a:pt x="1" y="56"/>
                  </a:lnTo>
                  <a:lnTo>
                    <a:pt x="19" y="94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44"/>
            <p:cNvSpPr/>
            <p:nvPr/>
          </p:nvSpPr>
          <p:spPr>
            <a:xfrm>
              <a:off x="6061900" y="2060225"/>
              <a:ext cx="950" cy="3300"/>
            </a:xfrm>
            <a:custGeom>
              <a:avLst/>
              <a:gdLst/>
              <a:ahLst/>
              <a:cxnLst/>
              <a:rect l="l" t="t" r="r" b="b"/>
              <a:pathLst>
                <a:path w="38" h="132" extrusionOk="0">
                  <a:moveTo>
                    <a:pt x="37" y="1"/>
                  </a:moveTo>
                  <a:lnTo>
                    <a:pt x="0" y="20"/>
                  </a:lnTo>
                  <a:lnTo>
                    <a:pt x="0" y="113"/>
                  </a:lnTo>
                  <a:lnTo>
                    <a:pt x="37" y="131"/>
                  </a:lnTo>
                  <a:lnTo>
                    <a:pt x="37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44"/>
            <p:cNvSpPr/>
            <p:nvPr/>
          </p:nvSpPr>
          <p:spPr>
            <a:xfrm>
              <a:off x="6062825" y="2059775"/>
              <a:ext cx="500" cy="4200"/>
            </a:xfrm>
            <a:custGeom>
              <a:avLst/>
              <a:gdLst/>
              <a:ahLst/>
              <a:cxnLst/>
              <a:rect l="l" t="t" r="r" b="b"/>
              <a:pathLst>
                <a:path w="20" h="168" extrusionOk="0">
                  <a:moveTo>
                    <a:pt x="19" y="0"/>
                  </a:moveTo>
                  <a:lnTo>
                    <a:pt x="0" y="19"/>
                  </a:lnTo>
                  <a:lnTo>
                    <a:pt x="0" y="149"/>
                  </a:lnTo>
                  <a:lnTo>
                    <a:pt x="19" y="16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44"/>
            <p:cNvSpPr/>
            <p:nvPr/>
          </p:nvSpPr>
          <p:spPr>
            <a:xfrm>
              <a:off x="6063300" y="2058850"/>
              <a:ext cx="475" cy="5600"/>
            </a:xfrm>
            <a:custGeom>
              <a:avLst/>
              <a:gdLst/>
              <a:ahLst/>
              <a:cxnLst/>
              <a:rect l="l" t="t" r="r" b="b"/>
              <a:pathLst>
                <a:path w="19" h="224" extrusionOk="0">
                  <a:moveTo>
                    <a:pt x="19" y="0"/>
                  </a:moveTo>
                  <a:lnTo>
                    <a:pt x="0" y="37"/>
                  </a:lnTo>
                  <a:lnTo>
                    <a:pt x="0" y="205"/>
                  </a:lnTo>
                  <a:lnTo>
                    <a:pt x="19" y="22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44"/>
            <p:cNvSpPr/>
            <p:nvPr/>
          </p:nvSpPr>
          <p:spPr>
            <a:xfrm>
              <a:off x="6063750" y="2058375"/>
              <a:ext cx="500" cy="6550"/>
            </a:xfrm>
            <a:custGeom>
              <a:avLst/>
              <a:gdLst/>
              <a:ahLst/>
              <a:cxnLst/>
              <a:rect l="l" t="t" r="r" b="b"/>
              <a:pathLst>
                <a:path w="20" h="262" extrusionOk="0">
                  <a:moveTo>
                    <a:pt x="19" y="1"/>
                  </a:moveTo>
                  <a:lnTo>
                    <a:pt x="1" y="19"/>
                  </a:lnTo>
                  <a:lnTo>
                    <a:pt x="1" y="242"/>
                  </a:lnTo>
                  <a:lnTo>
                    <a:pt x="19" y="26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44"/>
            <p:cNvSpPr/>
            <p:nvPr/>
          </p:nvSpPr>
          <p:spPr>
            <a:xfrm>
              <a:off x="6064225" y="2057900"/>
              <a:ext cx="475" cy="7475"/>
            </a:xfrm>
            <a:custGeom>
              <a:avLst/>
              <a:gdLst/>
              <a:ahLst/>
              <a:cxnLst/>
              <a:rect l="l" t="t" r="r" b="b"/>
              <a:pathLst>
                <a:path w="19" h="299" extrusionOk="0">
                  <a:moveTo>
                    <a:pt x="19" y="1"/>
                  </a:moveTo>
                  <a:lnTo>
                    <a:pt x="0" y="20"/>
                  </a:lnTo>
                  <a:lnTo>
                    <a:pt x="0" y="280"/>
                  </a:lnTo>
                  <a:lnTo>
                    <a:pt x="19" y="29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44"/>
            <p:cNvSpPr/>
            <p:nvPr/>
          </p:nvSpPr>
          <p:spPr>
            <a:xfrm>
              <a:off x="6064675" y="2057450"/>
              <a:ext cx="500" cy="8850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9" y="0"/>
                  </a:moveTo>
                  <a:lnTo>
                    <a:pt x="1" y="19"/>
                  </a:lnTo>
                  <a:lnTo>
                    <a:pt x="1" y="317"/>
                  </a:lnTo>
                  <a:lnTo>
                    <a:pt x="19" y="35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44"/>
            <p:cNvSpPr/>
            <p:nvPr/>
          </p:nvSpPr>
          <p:spPr>
            <a:xfrm>
              <a:off x="6065150" y="2056975"/>
              <a:ext cx="950" cy="9800"/>
            </a:xfrm>
            <a:custGeom>
              <a:avLst/>
              <a:gdLst/>
              <a:ahLst/>
              <a:cxnLst/>
              <a:rect l="l" t="t" r="r" b="b"/>
              <a:pathLst>
                <a:path w="38" h="392" extrusionOk="0">
                  <a:moveTo>
                    <a:pt x="38" y="1"/>
                  </a:moveTo>
                  <a:lnTo>
                    <a:pt x="0" y="19"/>
                  </a:lnTo>
                  <a:lnTo>
                    <a:pt x="0" y="373"/>
                  </a:lnTo>
                  <a:lnTo>
                    <a:pt x="38" y="392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44"/>
            <p:cNvSpPr/>
            <p:nvPr/>
          </p:nvSpPr>
          <p:spPr>
            <a:xfrm>
              <a:off x="6066075" y="2056525"/>
              <a:ext cx="500" cy="10725"/>
            </a:xfrm>
            <a:custGeom>
              <a:avLst/>
              <a:gdLst/>
              <a:ahLst/>
              <a:cxnLst/>
              <a:rect l="l" t="t" r="r" b="b"/>
              <a:pathLst>
                <a:path w="20" h="429" extrusionOk="0">
                  <a:moveTo>
                    <a:pt x="19" y="0"/>
                  </a:moveTo>
                  <a:lnTo>
                    <a:pt x="1" y="19"/>
                  </a:lnTo>
                  <a:lnTo>
                    <a:pt x="1" y="410"/>
                  </a:lnTo>
                  <a:lnTo>
                    <a:pt x="19" y="42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44"/>
            <p:cNvSpPr/>
            <p:nvPr/>
          </p:nvSpPr>
          <p:spPr>
            <a:xfrm>
              <a:off x="6066550" y="2055575"/>
              <a:ext cx="475" cy="12125"/>
            </a:xfrm>
            <a:custGeom>
              <a:avLst/>
              <a:gdLst/>
              <a:ahLst/>
              <a:cxnLst/>
              <a:rect l="l" t="t" r="r" b="b"/>
              <a:pathLst>
                <a:path w="19" h="485" extrusionOk="0">
                  <a:moveTo>
                    <a:pt x="19" y="1"/>
                  </a:moveTo>
                  <a:lnTo>
                    <a:pt x="0" y="38"/>
                  </a:lnTo>
                  <a:lnTo>
                    <a:pt x="0" y="466"/>
                  </a:lnTo>
                  <a:lnTo>
                    <a:pt x="19" y="48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44"/>
            <p:cNvSpPr/>
            <p:nvPr/>
          </p:nvSpPr>
          <p:spPr>
            <a:xfrm>
              <a:off x="6067000" y="2055125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20" y="0"/>
                  </a:moveTo>
                  <a:lnTo>
                    <a:pt x="1" y="19"/>
                  </a:lnTo>
                  <a:lnTo>
                    <a:pt x="1" y="503"/>
                  </a:lnTo>
                  <a:lnTo>
                    <a:pt x="20" y="521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44"/>
            <p:cNvSpPr/>
            <p:nvPr/>
          </p:nvSpPr>
          <p:spPr>
            <a:xfrm>
              <a:off x="6067475" y="2054650"/>
              <a:ext cx="500" cy="13975"/>
            </a:xfrm>
            <a:custGeom>
              <a:avLst/>
              <a:gdLst/>
              <a:ahLst/>
              <a:cxnLst/>
              <a:rect l="l" t="t" r="r" b="b"/>
              <a:pathLst>
                <a:path w="20" h="559" extrusionOk="0">
                  <a:moveTo>
                    <a:pt x="19" y="1"/>
                  </a:moveTo>
                  <a:lnTo>
                    <a:pt x="1" y="19"/>
                  </a:lnTo>
                  <a:lnTo>
                    <a:pt x="1" y="540"/>
                  </a:lnTo>
                  <a:lnTo>
                    <a:pt x="19" y="55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44"/>
            <p:cNvSpPr/>
            <p:nvPr/>
          </p:nvSpPr>
          <p:spPr>
            <a:xfrm>
              <a:off x="6067950" y="2054200"/>
              <a:ext cx="475" cy="15375"/>
            </a:xfrm>
            <a:custGeom>
              <a:avLst/>
              <a:gdLst/>
              <a:ahLst/>
              <a:cxnLst/>
              <a:rect l="l" t="t" r="r" b="b"/>
              <a:pathLst>
                <a:path w="19" h="615" extrusionOk="0">
                  <a:moveTo>
                    <a:pt x="19" y="0"/>
                  </a:moveTo>
                  <a:lnTo>
                    <a:pt x="0" y="19"/>
                  </a:lnTo>
                  <a:lnTo>
                    <a:pt x="0" y="577"/>
                  </a:lnTo>
                  <a:lnTo>
                    <a:pt x="19" y="61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44"/>
            <p:cNvSpPr/>
            <p:nvPr/>
          </p:nvSpPr>
          <p:spPr>
            <a:xfrm>
              <a:off x="6068400" y="2053725"/>
              <a:ext cx="950" cy="16300"/>
            </a:xfrm>
            <a:custGeom>
              <a:avLst/>
              <a:gdLst/>
              <a:ahLst/>
              <a:cxnLst/>
              <a:rect l="l" t="t" r="r" b="b"/>
              <a:pathLst>
                <a:path w="38" h="652" extrusionOk="0">
                  <a:moveTo>
                    <a:pt x="38" y="0"/>
                  </a:moveTo>
                  <a:lnTo>
                    <a:pt x="1" y="19"/>
                  </a:lnTo>
                  <a:lnTo>
                    <a:pt x="1" y="633"/>
                  </a:lnTo>
                  <a:lnTo>
                    <a:pt x="38" y="652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44"/>
            <p:cNvSpPr/>
            <p:nvPr/>
          </p:nvSpPr>
          <p:spPr>
            <a:xfrm>
              <a:off x="6069325" y="2053250"/>
              <a:ext cx="500" cy="17250"/>
            </a:xfrm>
            <a:custGeom>
              <a:avLst/>
              <a:gdLst/>
              <a:ahLst/>
              <a:cxnLst/>
              <a:rect l="l" t="t" r="r" b="b"/>
              <a:pathLst>
                <a:path w="20" h="690" extrusionOk="0">
                  <a:moveTo>
                    <a:pt x="20" y="1"/>
                  </a:moveTo>
                  <a:lnTo>
                    <a:pt x="1" y="19"/>
                  </a:lnTo>
                  <a:lnTo>
                    <a:pt x="1" y="671"/>
                  </a:lnTo>
                  <a:lnTo>
                    <a:pt x="20" y="689"/>
                  </a:lnTo>
                  <a:lnTo>
                    <a:pt x="2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44"/>
            <p:cNvSpPr/>
            <p:nvPr/>
          </p:nvSpPr>
          <p:spPr>
            <a:xfrm>
              <a:off x="6069800" y="2052325"/>
              <a:ext cx="500" cy="18650"/>
            </a:xfrm>
            <a:custGeom>
              <a:avLst/>
              <a:gdLst/>
              <a:ahLst/>
              <a:cxnLst/>
              <a:rect l="l" t="t" r="r" b="b"/>
              <a:pathLst>
                <a:path w="20" h="746" extrusionOk="0">
                  <a:moveTo>
                    <a:pt x="19" y="1"/>
                  </a:moveTo>
                  <a:lnTo>
                    <a:pt x="1" y="38"/>
                  </a:lnTo>
                  <a:lnTo>
                    <a:pt x="1" y="726"/>
                  </a:lnTo>
                  <a:lnTo>
                    <a:pt x="19" y="74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44"/>
            <p:cNvSpPr/>
            <p:nvPr/>
          </p:nvSpPr>
          <p:spPr>
            <a:xfrm>
              <a:off x="6070275" y="2051875"/>
              <a:ext cx="475" cy="19550"/>
            </a:xfrm>
            <a:custGeom>
              <a:avLst/>
              <a:gdLst/>
              <a:ahLst/>
              <a:cxnLst/>
              <a:rect l="l" t="t" r="r" b="b"/>
              <a:pathLst>
                <a:path w="19" h="782" extrusionOk="0">
                  <a:moveTo>
                    <a:pt x="19" y="0"/>
                  </a:moveTo>
                  <a:lnTo>
                    <a:pt x="0" y="19"/>
                  </a:lnTo>
                  <a:lnTo>
                    <a:pt x="0" y="763"/>
                  </a:lnTo>
                  <a:lnTo>
                    <a:pt x="19" y="78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44"/>
            <p:cNvSpPr/>
            <p:nvPr/>
          </p:nvSpPr>
          <p:spPr>
            <a:xfrm>
              <a:off x="6070725" y="2051400"/>
              <a:ext cx="500" cy="20500"/>
            </a:xfrm>
            <a:custGeom>
              <a:avLst/>
              <a:gdLst/>
              <a:ahLst/>
              <a:cxnLst/>
              <a:rect l="l" t="t" r="r" b="b"/>
              <a:pathLst>
                <a:path w="20" h="820" extrusionOk="0">
                  <a:moveTo>
                    <a:pt x="19" y="0"/>
                  </a:moveTo>
                  <a:lnTo>
                    <a:pt x="1" y="19"/>
                  </a:lnTo>
                  <a:lnTo>
                    <a:pt x="1" y="801"/>
                  </a:lnTo>
                  <a:lnTo>
                    <a:pt x="19" y="819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44"/>
            <p:cNvSpPr/>
            <p:nvPr/>
          </p:nvSpPr>
          <p:spPr>
            <a:xfrm>
              <a:off x="6071200" y="2050925"/>
              <a:ext cx="500" cy="21900"/>
            </a:xfrm>
            <a:custGeom>
              <a:avLst/>
              <a:gdLst/>
              <a:ahLst/>
              <a:cxnLst/>
              <a:rect l="l" t="t" r="r" b="b"/>
              <a:pathLst>
                <a:path w="20" h="876" extrusionOk="0">
                  <a:moveTo>
                    <a:pt x="19" y="1"/>
                  </a:moveTo>
                  <a:lnTo>
                    <a:pt x="0" y="19"/>
                  </a:lnTo>
                  <a:lnTo>
                    <a:pt x="0" y="838"/>
                  </a:lnTo>
                  <a:lnTo>
                    <a:pt x="19" y="87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44"/>
            <p:cNvSpPr/>
            <p:nvPr/>
          </p:nvSpPr>
          <p:spPr>
            <a:xfrm>
              <a:off x="6071675" y="2050475"/>
              <a:ext cx="950" cy="22825"/>
            </a:xfrm>
            <a:custGeom>
              <a:avLst/>
              <a:gdLst/>
              <a:ahLst/>
              <a:cxnLst/>
              <a:rect l="l" t="t" r="r" b="b"/>
              <a:pathLst>
                <a:path w="38" h="913" extrusionOk="0">
                  <a:moveTo>
                    <a:pt x="37" y="0"/>
                  </a:moveTo>
                  <a:lnTo>
                    <a:pt x="0" y="19"/>
                  </a:lnTo>
                  <a:lnTo>
                    <a:pt x="0" y="893"/>
                  </a:lnTo>
                  <a:lnTo>
                    <a:pt x="37" y="912"/>
                  </a:lnTo>
                  <a:lnTo>
                    <a:pt x="37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44"/>
            <p:cNvSpPr/>
            <p:nvPr/>
          </p:nvSpPr>
          <p:spPr>
            <a:xfrm>
              <a:off x="6072600" y="2050000"/>
              <a:ext cx="475" cy="23750"/>
            </a:xfrm>
            <a:custGeom>
              <a:avLst/>
              <a:gdLst/>
              <a:ahLst/>
              <a:cxnLst/>
              <a:rect l="l" t="t" r="r" b="b"/>
              <a:pathLst>
                <a:path w="19" h="950" extrusionOk="0">
                  <a:moveTo>
                    <a:pt x="19" y="1"/>
                  </a:moveTo>
                  <a:lnTo>
                    <a:pt x="0" y="19"/>
                  </a:lnTo>
                  <a:lnTo>
                    <a:pt x="0" y="931"/>
                  </a:lnTo>
                  <a:lnTo>
                    <a:pt x="19" y="950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44"/>
            <p:cNvSpPr/>
            <p:nvPr/>
          </p:nvSpPr>
          <p:spPr>
            <a:xfrm>
              <a:off x="6073050" y="2049075"/>
              <a:ext cx="500" cy="25150"/>
            </a:xfrm>
            <a:custGeom>
              <a:avLst/>
              <a:gdLst/>
              <a:ahLst/>
              <a:cxnLst/>
              <a:rect l="l" t="t" r="r" b="b"/>
              <a:pathLst>
                <a:path w="20" h="1006" extrusionOk="0">
                  <a:moveTo>
                    <a:pt x="19" y="0"/>
                  </a:moveTo>
                  <a:lnTo>
                    <a:pt x="1" y="38"/>
                  </a:lnTo>
                  <a:lnTo>
                    <a:pt x="1" y="987"/>
                  </a:lnTo>
                  <a:lnTo>
                    <a:pt x="19" y="1005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44"/>
            <p:cNvSpPr/>
            <p:nvPr/>
          </p:nvSpPr>
          <p:spPr>
            <a:xfrm>
              <a:off x="6073525" y="2048600"/>
              <a:ext cx="500" cy="26075"/>
            </a:xfrm>
            <a:custGeom>
              <a:avLst/>
              <a:gdLst/>
              <a:ahLst/>
              <a:cxnLst/>
              <a:rect l="l" t="t" r="r" b="b"/>
              <a:pathLst>
                <a:path w="20" h="1043" extrusionOk="0">
                  <a:moveTo>
                    <a:pt x="19" y="1"/>
                  </a:moveTo>
                  <a:lnTo>
                    <a:pt x="0" y="19"/>
                  </a:lnTo>
                  <a:lnTo>
                    <a:pt x="0" y="1024"/>
                  </a:lnTo>
                  <a:lnTo>
                    <a:pt x="19" y="1043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44"/>
            <p:cNvSpPr/>
            <p:nvPr/>
          </p:nvSpPr>
          <p:spPr>
            <a:xfrm>
              <a:off x="6074000" y="2048150"/>
              <a:ext cx="475" cy="27000"/>
            </a:xfrm>
            <a:custGeom>
              <a:avLst/>
              <a:gdLst/>
              <a:ahLst/>
              <a:cxnLst/>
              <a:rect l="l" t="t" r="r" b="b"/>
              <a:pathLst>
                <a:path w="19" h="1080" extrusionOk="0">
                  <a:moveTo>
                    <a:pt x="19" y="0"/>
                  </a:moveTo>
                  <a:lnTo>
                    <a:pt x="0" y="19"/>
                  </a:lnTo>
                  <a:lnTo>
                    <a:pt x="0" y="1061"/>
                  </a:lnTo>
                  <a:lnTo>
                    <a:pt x="19" y="108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44"/>
            <p:cNvSpPr/>
            <p:nvPr/>
          </p:nvSpPr>
          <p:spPr>
            <a:xfrm>
              <a:off x="6074450" y="2047675"/>
              <a:ext cx="500" cy="28400"/>
            </a:xfrm>
            <a:custGeom>
              <a:avLst/>
              <a:gdLst/>
              <a:ahLst/>
              <a:cxnLst/>
              <a:rect l="l" t="t" r="r" b="b"/>
              <a:pathLst>
                <a:path w="20" h="1136" extrusionOk="0">
                  <a:moveTo>
                    <a:pt x="19" y="1"/>
                  </a:moveTo>
                  <a:lnTo>
                    <a:pt x="1" y="19"/>
                  </a:lnTo>
                  <a:lnTo>
                    <a:pt x="1" y="1099"/>
                  </a:lnTo>
                  <a:lnTo>
                    <a:pt x="19" y="113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44"/>
            <p:cNvSpPr/>
            <p:nvPr/>
          </p:nvSpPr>
          <p:spPr>
            <a:xfrm>
              <a:off x="6074925" y="2047200"/>
              <a:ext cx="950" cy="29350"/>
            </a:xfrm>
            <a:custGeom>
              <a:avLst/>
              <a:gdLst/>
              <a:ahLst/>
              <a:cxnLst/>
              <a:rect l="l" t="t" r="r" b="b"/>
              <a:pathLst>
                <a:path w="38" h="1174" extrusionOk="0">
                  <a:moveTo>
                    <a:pt x="38" y="1"/>
                  </a:moveTo>
                  <a:lnTo>
                    <a:pt x="0" y="20"/>
                  </a:lnTo>
                  <a:lnTo>
                    <a:pt x="0" y="1155"/>
                  </a:lnTo>
                  <a:lnTo>
                    <a:pt x="38" y="1173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44"/>
            <p:cNvSpPr/>
            <p:nvPr/>
          </p:nvSpPr>
          <p:spPr>
            <a:xfrm>
              <a:off x="6075850" y="2046750"/>
              <a:ext cx="500" cy="30250"/>
            </a:xfrm>
            <a:custGeom>
              <a:avLst/>
              <a:gdLst/>
              <a:ahLst/>
              <a:cxnLst/>
              <a:rect l="l" t="t" r="r" b="b"/>
              <a:pathLst>
                <a:path w="20" h="1210" extrusionOk="0">
                  <a:moveTo>
                    <a:pt x="19" y="0"/>
                  </a:moveTo>
                  <a:lnTo>
                    <a:pt x="1" y="19"/>
                  </a:lnTo>
                  <a:lnTo>
                    <a:pt x="1" y="1191"/>
                  </a:lnTo>
                  <a:lnTo>
                    <a:pt x="19" y="121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44"/>
            <p:cNvSpPr/>
            <p:nvPr/>
          </p:nvSpPr>
          <p:spPr>
            <a:xfrm>
              <a:off x="6076325" y="2045825"/>
              <a:ext cx="475" cy="31650"/>
            </a:xfrm>
            <a:custGeom>
              <a:avLst/>
              <a:gdLst/>
              <a:ahLst/>
              <a:cxnLst/>
              <a:rect l="l" t="t" r="r" b="b"/>
              <a:pathLst>
                <a:path w="19" h="1266" extrusionOk="0">
                  <a:moveTo>
                    <a:pt x="19" y="0"/>
                  </a:moveTo>
                  <a:lnTo>
                    <a:pt x="0" y="37"/>
                  </a:lnTo>
                  <a:lnTo>
                    <a:pt x="0" y="1247"/>
                  </a:lnTo>
                  <a:lnTo>
                    <a:pt x="19" y="1266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44"/>
            <p:cNvSpPr/>
            <p:nvPr/>
          </p:nvSpPr>
          <p:spPr>
            <a:xfrm>
              <a:off x="6076775" y="2045350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9" y="0"/>
                  </a:moveTo>
                  <a:lnTo>
                    <a:pt x="1" y="19"/>
                  </a:lnTo>
                  <a:lnTo>
                    <a:pt x="1" y="1285"/>
                  </a:lnTo>
                  <a:lnTo>
                    <a:pt x="19" y="130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44"/>
            <p:cNvSpPr/>
            <p:nvPr/>
          </p:nvSpPr>
          <p:spPr>
            <a:xfrm>
              <a:off x="6077250" y="2044875"/>
              <a:ext cx="475" cy="33525"/>
            </a:xfrm>
            <a:custGeom>
              <a:avLst/>
              <a:gdLst/>
              <a:ahLst/>
              <a:cxnLst/>
              <a:rect l="l" t="t" r="r" b="b"/>
              <a:pathLst>
                <a:path w="19" h="1341" extrusionOk="0">
                  <a:moveTo>
                    <a:pt x="19" y="1"/>
                  </a:moveTo>
                  <a:lnTo>
                    <a:pt x="0" y="19"/>
                  </a:lnTo>
                  <a:lnTo>
                    <a:pt x="0" y="1322"/>
                  </a:lnTo>
                  <a:lnTo>
                    <a:pt x="19" y="134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44"/>
            <p:cNvSpPr/>
            <p:nvPr/>
          </p:nvSpPr>
          <p:spPr>
            <a:xfrm>
              <a:off x="6077700" y="2044425"/>
              <a:ext cx="500" cy="34925"/>
            </a:xfrm>
            <a:custGeom>
              <a:avLst/>
              <a:gdLst/>
              <a:ahLst/>
              <a:cxnLst/>
              <a:rect l="l" t="t" r="r" b="b"/>
              <a:pathLst>
                <a:path w="20" h="1397" extrusionOk="0">
                  <a:moveTo>
                    <a:pt x="20" y="0"/>
                  </a:moveTo>
                  <a:lnTo>
                    <a:pt x="1" y="19"/>
                  </a:lnTo>
                  <a:lnTo>
                    <a:pt x="1" y="1359"/>
                  </a:lnTo>
                  <a:lnTo>
                    <a:pt x="20" y="1396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44"/>
            <p:cNvSpPr/>
            <p:nvPr/>
          </p:nvSpPr>
          <p:spPr>
            <a:xfrm>
              <a:off x="6078175" y="2043950"/>
              <a:ext cx="950" cy="35850"/>
            </a:xfrm>
            <a:custGeom>
              <a:avLst/>
              <a:gdLst/>
              <a:ahLst/>
              <a:cxnLst/>
              <a:rect l="l" t="t" r="r" b="b"/>
              <a:pathLst>
                <a:path w="38" h="1434" extrusionOk="0">
                  <a:moveTo>
                    <a:pt x="38" y="1"/>
                  </a:moveTo>
                  <a:lnTo>
                    <a:pt x="1" y="19"/>
                  </a:lnTo>
                  <a:lnTo>
                    <a:pt x="1" y="1415"/>
                  </a:lnTo>
                  <a:lnTo>
                    <a:pt x="38" y="1434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44"/>
            <p:cNvSpPr/>
            <p:nvPr/>
          </p:nvSpPr>
          <p:spPr>
            <a:xfrm>
              <a:off x="6079100" y="2043500"/>
              <a:ext cx="500" cy="36775"/>
            </a:xfrm>
            <a:custGeom>
              <a:avLst/>
              <a:gdLst/>
              <a:ahLst/>
              <a:cxnLst/>
              <a:rect l="l" t="t" r="r" b="b"/>
              <a:pathLst>
                <a:path w="20" h="1471" extrusionOk="0">
                  <a:moveTo>
                    <a:pt x="19" y="0"/>
                  </a:moveTo>
                  <a:lnTo>
                    <a:pt x="1" y="19"/>
                  </a:lnTo>
                  <a:lnTo>
                    <a:pt x="1" y="1452"/>
                  </a:lnTo>
                  <a:lnTo>
                    <a:pt x="19" y="147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44"/>
            <p:cNvSpPr/>
            <p:nvPr/>
          </p:nvSpPr>
          <p:spPr>
            <a:xfrm>
              <a:off x="6079575" y="2042550"/>
              <a:ext cx="500" cy="38175"/>
            </a:xfrm>
            <a:custGeom>
              <a:avLst/>
              <a:gdLst/>
              <a:ahLst/>
              <a:cxnLst/>
              <a:rect l="l" t="t" r="r" b="b"/>
              <a:pathLst>
                <a:path w="20" h="1527" extrusionOk="0">
                  <a:moveTo>
                    <a:pt x="19" y="1"/>
                  </a:moveTo>
                  <a:lnTo>
                    <a:pt x="0" y="38"/>
                  </a:lnTo>
                  <a:lnTo>
                    <a:pt x="0" y="1508"/>
                  </a:lnTo>
                  <a:lnTo>
                    <a:pt x="19" y="152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44"/>
            <p:cNvSpPr/>
            <p:nvPr/>
          </p:nvSpPr>
          <p:spPr>
            <a:xfrm>
              <a:off x="6080050" y="2042100"/>
              <a:ext cx="475" cy="39100"/>
            </a:xfrm>
            <a:custGeom>
              <a:avLst/>
              <a:gdLst/>
              <a:ahLst/>
              <a:cxnLst/>
              <a:rect l="l" t="t" r="r" b="b"/>
              <a:pathLst>
                <a:path w="19" h="1564" extrusionOk="0">
                  <a:moveTo>
                    <a:pt x="19" y="0"/>
                  </a:moveTo>
                  <a:lnTo>
                    <a:pt x="0" y="19"/>
                  </a:lnTo>
                  <a:lnTo>
                    <a:pt x="0" y="1545"/>
                  </a:lnTo>
                  <a:lnTo>
                    <a:pt x="19" y="156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44"/>
            <p:cNvSpPr/>
            <p:nvPr/>
          </p:nvSpPr>
          <p:spPr>
            <a:xfrm>
              <a:off x="6080500" y="2041625"/>
              <a:ext cx="500" cy="40050"/>
            </a:xfrm>
            <a:custGeom>
              <a:avLst/>
              <a:gdLst/>
              <a:ahLst/>
              <a:cxnLst/>
              <a:rect l="l" t="t" r="r" b="b"/>
              <a:pathLst>
                <a:path w="20" h="1602" extrusionOk="0">
                  <a:moveTo>
                    <a:pt x="19" y="1"/>
                  </a:moveTo>
                  <a:lnTo>
                    <a:pt x="1" y="19"/>
                  </a:lnTo>
                  <a:lnTo>
                    <a:pt x="1" y="1582"/>
                  </a:lnTo>
                  <a:lnTo>
                    <a:pt x="19" y="160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44"/>
            <p:cNvSpPr/>
            <p:nvPr/>
          </p:nvSpPr>
          <p:spPr>
            <a:xfrm>
              <a:off x="6080975" y="2041150"/>
              <a:ext cx="475" cy="41450"/>
            </a:xfrm>
            <a:custGeom>
              <a:avLst/>
              <a:gdLst/>
              <a:ahLst/>
              <a:cxnLst/>
              <a:rect l="l" t="t" r="r" b="b"/>
              <a:pathLst>
                <a:path w="19" h="1658" extrusionOk="0">
                  <a:moveTo>
                    <a:pt x="19" y="1"/>
                  </a:moveTo>
                  <a:lnTo>
                    <a:pt x="0" y="20"/>
                  </a:lnTo>
                  <a:lnTo>
                    <a:pt x="0" y="1620"/>
                  </a:lnTo>
                  <a:lnTo>
                    <a:pt x="19" y="165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44"/>
            <p:cNvSpPr/>
            <p:nvPr/>
          </p:nvSpPr>
          <p:spPr>
            <a:xfrm>
              <a:off x="6081425" y="2040700"/>
              <a:ext cx="975" cy="42350"/>
            </a:xfrm>
            <a:custGeom>
              <a:avLst/>
              <a:gdLst/>
              <a:ahLst/>
              <a:cxnLst/>
              <a:rect l="l" t="t" r="r" b="b"/>
              <a:pathLst>
                <a:path w="39" h="1694" extrusionOk="0">
                  <a:moveTo>
                    <a:pt x="38" y="0"/>
                  </a:moveTo>
                  <a:lnTo>
                    <a:pt x="1" y="19"/>
                  </a:lnTo>
                  <a:lnTo>
                    <a:pt x="1" y="1675"/>
                  </a:lnTo>
                  <a:lnTo>
                    <a:pt x="38" y="1694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44"/>
            <p:cNvSpPr/>
            <p:nvPr/>
          </p:nvSpPr>
          <p:spPr>
            <a:xfrm>
              <a:off x="6082375" y="2040225"/>
              <a:ext cx="475" cy="43300"/>
            </a:xfrm>
            <a:custGeom>
              <a:avLst/>
              <a:gdLst/>
              <a:ahLst/>
              <a:cxnLst/>
              <a:rect l="l" t="t" r="r" b="b"/>
              <a:pathLst>
                <a:path w="19" h="1732" extrusionOk="0">
                  <a:moveTo>
                    <a:pt x="19" y="1"/>
                  </a:moveTo>
                  <a:lnTo>
                    <a:pt x="0" y="19"/>
                  </a:lnTo>
                  <a:lnTo>
                    <a:pt x="0" y="1713"/>
                  </a:lnTo>
                  <a:lnTo>
                    <a:pt x="19" y="1732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44"/>
            <p:cNvSpPr/>
            <p:nvPr/>
          </p:nvSpPr>
          <p:spPr>
            <a:xfrm>
              <a:off x="6082825" y="2039300"/>
              <a:ext cx="500" cy="44700"/>
            </a:xfrm>
            <a:custGeom>
              <a:avLst/>
              <a:gdLst/>
              <a:ahLst/>
              <a:cxnLst/>
              <a:rect l="l" t="t" r="r" b="b"/>
              <a:pathLst>
                <a:path w="20" h="1788" extrusionOk="0">
                  <a:moveTo>
                    <a:pt x="19" y="1"/>
                  </a:moveTo>
                  <a:lnTo>
                    <a:pt x="1" y="38"/>
                  </a:lnTo>
                  <a:lnTo>
                    <a:pt x="1" y="1769"/>
                  </a:lnTo>
                  <a:lnTo>
                    <a:pt x="19" y="178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44"/>
            <p:cNvSpPr/>
            <p:nvPr/>
          </p:nvSpPr>
          <p:spPr>
            <a:xfrm>
              <a:off x="6083300" y="2038825"/>
              <a:ext cx="475" cy="45625"/>
            </a:xfrm>
            <a:custGeom>
              <a:avLst/>
              <a:gdLst/>
              <a:ahLst/>
              <a:cxnLst/>
              <a:rect l="l" t="t" r="r" b="b"/>
              <a:pathLst>
                <a:path w="19" h="1825" extrusionOk="0">
                  <a:moveTo>
                    <a:pt x="19" y="1"/>
                  </a:moveTo>
                  <a:lnTo>
                    <a:pt x="0" y="20"/>
                  </a:lnTo>
                  <a:lnTo>
                    <a:pt x="0" y="1806"/>
                  </a:lnTo>
                  <a:lnTo>
                    <a:pt x="19" y="182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44"/>
            <p:cNvSpPr/>
            <p:nvPr/>
          </p:nvSpPr>
          <p:spPr>
            <a:xfrm>
              <a:off x="6083750" y="2038375"/>
              <a:ext cx="500" cy="46550"/>
            </a:xfrm>
            <a:custGeom>
              <a:avLst/>
              <a:gdLst/>
              <a:ahLst/>
              <a:cxnLst/>
              <a:rect l="l" t="t" r="r" b="b"/>
              <a:pathLst>
                <a:path w="20" h="1862" extrusionOk="0">
                  <a:moveTo>
                    <a:pt x="20" y="0"/>
                  </a:moveTo>
                  <a:lnTo>
                    <a:pt x="1" y="19"/>
                  </a:lnTo>
                  <a:lnTo>
                    <a:pt x="1" y="1843"/>
                  </a:lnTo>
                  <a:lnTo>
                    <a:pt x="20" y="1861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44"/>
            <p:cNvSpPr/>
            <p:nvPr/>
          </p:nvSpPr>
          <p:spPr>
            <a:xfrm>
              <a:off x="6084225" y="2037900"/>
              <a:ext cx="500" cy="47950"/>
            </a:xfrm>
            <a:custGeom>
              <a:avLst/>
              <a:gdLst/>
              <a:ahLst/>
              <a:cxnLst/>
              <a:rect l="l" t="t" r="r" b="b"/>
              <a:pathLst>
                <a:path w="20" h="1918" extrusionOk="0">
                  <a:moveTo>
                    <a:pt x="19" y="1"/>
                  </a:moveTo>
                  <a:lnTo>
                    <a:pt x="1" y="19"/>
                  </a:lnTo>
                  <a:lnTo>
                    <a:pt x="1" y="1880"/>
                  </a:lnTo>
                  <a:lnTo>
                    <a:pt x="19" y="191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44"/>
            <p:cNvSpPr/>
            <p:nvPr/>
          </p:nvSpPr>
          <p:spPr>
            <a:xfrm>
              <a:off x="6084700" y="2037450"/>
              <a:ext cx="950" cy="48875"/>
            </a:xfrm>
            <a:custGeom>
              <a:avLst/>
              <a:gdLst/>
              <a:ahLst/>
              <a:cxnLst/>
              <a:rect l="l" t="t" r="r" b="b"/>
              <a:pathLst>
                <a:path w="38" h="1955" extrusionOk="0">
                  <a:moveTo>
                    <a:pt x="37" y="0"/>
                  </a:moveTo>
                  <a:lnTo>
                    <a:pt x="0" y="19"/>
                  </a:lnTo>
                  <a:lnTo>
                    <a:pt x="0" y="1936"/>
                  </a:lnTo>
                  <a:lnTo>
                    <a:pt x="37" y="1954"/>
                  </a:lnTo>
                  <a:lnTo>
                    <a:pt x="37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44"/>
            <p:cNvSpPr/>
            <p:nvPr/>
          </p:nvSpPr>
          <p:spPr>
            <a:xfrm>
              <a:off x="6085625" y="2036975"/>
              <a:ext cx="475" cy="49800"/>
            </a:xfrm>
            <a:custGeom>
              <a:avLst/>
              <a:gdLst/>
              <a:ahLst/>
              <a:cxnLst/>
              <a:rect l="l" t="t" r="r" b="b"/>
              <a:pathLst>
                <a:path w="19" h="1992" extrusionOk="0">
                  <a:moveTo>
                    <a:pt x="19" y="0"/>
                  </a:moveTo>
                  <a:lnTo>
                    <a:pt x="0" y="19"/>
                  </a:lnTo>
                  <a:lnTo>
                    <a:pt x="0" y="1973"/>
                  </a:lnTo>
                  <a:lnTo>
                    <a:pt x="19" y="199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44"/>
            <p:cNvSpPr/>
            <p:nvPr/>
          </p:nvSpPr>
          <p:spPr>
            <a:xfrm>
              <a:off x="6086075" y="2036050"/>
              <a:ext cx="500" cy="51200"/>
            </a:xfrm>
            <a:custGeom>
              <a:avLst/>
              <a:gdLst/>
              <a:ahLst/>
              <a:cxnLst/>
              <a:rect l="l" t="t" r="r" b="b"/>
              <a:pathLst>
                <a:path w="20" h="2048" extrusionOk="0">
                  <a:moveTo>
                    <a:pt x="20" y="0"/>
                  </a:moveTo>
                  <a:lnTo>
                    <a:pt x="1" y="37"/>
                  </a:lnTo>
                  <a:lnTo>
                    <a:pt x="1" y="2029"/>
                  </a:lnTo>
                  <a:lnTo>
                    <a:pt x="20" y="2047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44"/>
            <p:cNvSpPr/>
            <p:nvPr/>
          </p:nvSpPr>
          <p:spPr>
            <a:xfrm>
              <a:off x="6086550" y="2035575"/>
              <a:ext cx="500" cy="52150"/>
            </a:xfrm>
            <a:custGeom>
              <a:avLst/>
              <a:gdLst/>
              <a:ahLst/>
              <a:cxnLst/>
              <a:rect l="l" t="t" r="r" b="b"/>
              <a:pathLst>
                <a:path w="20" h="2086" extrusionOk="0">
                  <a:moveTo>
                    <a:pt x="19" y="1"/>
                  </a:moveTo>
                  <a:lnTo>
                    <a:pt x="1" y="19"/>
                  </a:lnTo>
                  <a:lnTo>
                    <a:pt x="1" y="2066"/>
                  </a:lnTo>
                  <a:lnTo>
                    <a:pt x="19" y="208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44"/>
            <p:cNvSpPr/>
            <p:nvPr/>
          </p:nvSpPr>
          <p:spPr>
            <a:xfrm>
              <a:off x="6087025" y="2035125"/>
              <a:ext cx="475" cy="53050"/>
            </a:xfrm>
            <a:custGeom>
              <a:avLst/>
              <a:gdLst/>
              <a:ahLst/>
              <a:cxnLst/>
              <a:rect l="l" t="t" r="r" b="b"/>
              <a:pathLst>
                <a:path w="19" h="2122" extrusionOk="0">
                  <a:moveTo>
                    <a:pt x="19" y="0"/>
                  </a:moveTo>
                  <a:lnTo>
                    <a:pt x="0" y="19"/>
                  </a:lnTo>
                  <a:lnTo>
                    <a:pt x="0" y="2103"/>
                  </a:lnTo>
                  <a:lnTo>
                    <a:pt x="19" y="212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44"/>
            <p:cNvSpPr/>
            <p:nvPr/>
          </p:nvSpPr>
          <p:spPr>
            <a:xfrm>
              <a:off x="6087475" y="2034650"/>
              <a:ext cx="500" cy="54450"/>
            </a:xfrm>
            <a:custGeom>
              <a:avLst/>
              <a:gdLst/>
              <a:ahLst/>
              <a:cxnLst/>
              <a:rect l="l" t="t" r="r" b="b"/>
              <a:pathLst>
                <a:path w="20" h="2178" extrusionOk="0">
                  <a:moveTo>
                    <a:pt x="19" y="0"/>
                  </a:moveTo>
                  <a:lnTo>
                    <a:pt x="1" y="19"/>
                  </a:lnTo>
                  <a:lnTo>
                    <a:pt x="1" y="2141"/>
                  </a:lnTo>
                  <a:lnTo>
                    <a:pt x="19" y="217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44"/>
            <p:cNvSpPr/>
            <p:nvPr/>
          </p:nvSpPr>
          <p:spPr>
            <a:xfrm>
              <a:off x="6087950" y="2034175"/>
              <a:ext cx="950" cy="55400"/>
            </a:xfrm>
            <a:custGeom>
              <a:avLst/>
              <a:gdLst/>
              <a:ahLst/>
              <a:cxnLst/>
              <a:rect l="l" t="t" r="r" b="b"/>
              <a:pathLst>
                <a:path w="38" h="2216" extrusionOk="0">
                  <a:moveTo>
                    <a:pt x="38" y="1"/>
                  </a:moveTo>
                  <a:lnTo>
                    <a:pt x="0" y="19"/>
                  </a:lnTo>
                  <a:lnTo>
                    <a:pt x="0" y="2197"/>
                  </a:lnTo>
                  <a:lnTo>
                    <a:pt x="38" y="2215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44"/>
            <p:cNvSpPr/>
            <p:nvPr/>
          </p:nvSpPr>
          <p:spPr>
            <a:xfrm>
              <a:off x="6088875" y="2033725"/>
              <a:ext cx="500" cy="56325"/>
            </a:xfrm>
            <a:custGeom>
              <a:avLst/>
              <a:gdLst/>
              <a:ahLst/>
              <a:cxnLst/>
              <a:rect l="l" t="t" r="r" b="b"/>
              <a:pathLst>
                <a:path w="20" h="2253" extrusionOk="0">
                  <a:moveTo>
                    <a:pt x="19" y="0"/>
                  </a:moveTo>
                  <a:lnTo>
                    <a:pt x="1" y="19"/>
                  </a:lnTo>
                  <a:lnTo>
                    <a:pt x="1" y="2233"/>
                  </a:lnTo>
                  <a:lnTo>
                    <a:pt x="19" y="225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44"/>
            <p:cNvSpPr/>
            <p:nvPr/>
          </p:nvSpPr>
          <p:spPr>
            <a:xfrm>
              <a:off x="6089350" y="2032775"/>
              <a:ext cx="475" cy="57725"/>
            </a:xfrm>
            <a:custGeom>
              <a:avLst/>
              <a:gdLst/>
              <a:ahLst/>
              <a:cxnLst/>
              <a:rect l="l" t="t" r="r" b="b"/>
              <a:pathLst>
                <a:path w="19" h="2309" extrusionOk="0">
                  <a:moveTo>
                    <a:pt x="19" y="1"/>
                  </a:moveTo>
                  <a:lnTo>
                    <a:pt x="0" y="38"/>
                  </a:lnTo>
                  <a:lnTo>
                    <a:pt x="0" y="2290"/>
                  </a:lnTo>
                  <a:lnTo>
                    <a:pt x="19" y="230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44"/>
            <p:cNvSpPr/>
            <p:nvPr/>
          </p:nvSpPr>
          <p:spPr>
            <a:xfrm>
              <a:off x="6089800" y="2032775"/>
              <a:ext cx="500" cy="58200"/>
            </a:xfrm>
            <a:custGeom>
              <a:avLst/>
              <a:gdLst/>
              <a:ahLst/>
              <a:cxnLst/>
              <a:rect l="l" t="t" r="r" b="b"/>
              <a:pathLst>
                <a:path w="20" h="2328" extrusionOk="0">
                  <a:moveTo>
                    <a:pt x="1" y="1"/>
                  </a:moveTo>
                  <a:lnTo>
                    <a:pt x="1" y="2309"/>
                  </a:lnTo>
                  <a:lnTo>
                    <a:pt x="19" y="2327"/>
                  </a:lnTo>
                  <a:lnTo>
                    <a:pt x="19" y="230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44"/>
            <p:cNvSpPr/>
            <p:nvPr/>
          </p:nvSpPr>
          <p:spPr>
            <a:xfrm>
              <a:off x="6090275" y="2032775"/>
              <a:ext cx="500" cy="57725"/>
            </a:xfrm>
            <a:custGeom>
              <a:avLst/>
              <a:gdLst/>
              <a:ahLst/>
              <a:cxnLst/>
              <a:rect l="l" t="t" r="r" b="b"/>
              <a:pathLst>
                <a:path w="20" h="2309" extrusionOk="0">
                  <a:moveTo>
                    <a:pt x="0" y="1"/>
                  </a:moveTo>
                  <a:lnTo>
                    <a:pt x="0" y="2309"/>
                  </a:lnTo>
                  <a:lnTo>
                    <a:pt x="19" y="229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44"/>
            <p:cNvSpPr/>
            <p:nvPr/>
          </p:nvSpPr>
          <p:spPr>
            <a:xfrm>
              <a:off x="6090750" y="2033250"/>
              <a:ext cx="475" cy="56800"/>
            </a:xfrm>
            <a:custGeom>
              <a:avLst/>
              <a:gdLst/>
              <a:ahLst/>
              <a:cxnLst/>
              <a:rect l="l" t="t" r="r" b="b"/>
              <a:pathLst>
                <a:path w="19" h="2272" extrusionOk="0">
                  <a:moveTo>
                    <a:pt x="0" y="1"/>
                  </a:moveTo>
                  <a:lnTo>
                    <a:pt x="0" y="2271"/>
                  </a:lnTo>
                  <a:lnTo>
                    <a:pt x="19" y="2252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44"/>
            <p:cNvSpPr/>
            <p:nvPr/>
          </p:nvSpPr>
          <p:spPr>
            <a:xfrm>
              <a:off x="6091200" y="2034175"/>
              <a:ext cx="950" cy="55400"/>
            </a:xfrm>
            <a:custGeom>
              <a:avLst/>
              <a:gdLst/>
              <a:ahLst/>
              <a:cxnLst/>
              <a:rect l="l" t="t" r="r" b="b"/>
              <a:pathLst>
                <a:path w="38" h="2216" extrusionOk="0">
                  <a:moveTo>
                    <a:pt x="1" y="1"/>
                  </a:moveTo>
                  <a:lnTo>
                    <a:pt x="1" y="2215"/>
                  </a:lnTo>
                  <a:lnTo>
                    <a:pt x="38" y="2197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44"/>
            <p:cNvSpPr/>
            <p:nvPr/>
          </p:nvSpPr>
          <p:spPr>
            <a:xfrm>
              <a:off x="6092125" y="2034650"/>
              <a:ext cx="500" cy="54450"/>
            </a:xfrm>
            <a:custGeom>
              <a:avLst/>
              <a:gdLst/>
              <a:ahLst/>
              <a:cxnLst/>
              <a:rect l="l" t="t" r="r" b="b"/>
              <a:pathLst>
                <a:path w="20" h="2178" extrusionOk="0">
                  <a:moveTo>
                    <a:pt x="1" y="0"/>
                  </a:moveTo>
                  <a:lnTo>
                    <a:pt x="1" y="2178"/>
                  </a:lnTo>
                  <a:lnTo>
                    <a:pt x="20" y="2141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44"/>
            <p:cNvSpPr/>
            <p:nvPr/>
          </p:nvSpPr>
          <p:spPr>
            <a:xfrm>
              <a:off x="6092600" y="2035125"/>
              <a:ext cx="500" cy="53050"/>
            </a:xfrm>
            <a:custGeom>
              <a:avLst/>
              <a:gdLst/>
              <a:ahLst/>
              <a:cxnLst/>
              <a:rect l="l" t="t" r="r" b="b"/>
              <a:pathLst>
                <a:path w="20" h="2122" extrusionOk="0">
                  <a:moveTo>
                    <a:pt x="1" y="0"/>
                  </a:moveTo>
                  <a:lnTo>
                    <a:pt x="1" y="2122"/>
                  </a:lnTo>
                  <a:lnTo>
                    <a:pt x="19" y="210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44"/>
            <p:cNvSpPr/>
            <p:nvPr/>
          </p:nvSpPr>
          <p:spPr>
            <a:xfrm>
              <a:off x="6093075" y="2035575"/>
              <a:ext cx="475" cy="52150"/>
            </a:xfrm>
            <a:custGeom>
              <a:avLst/>
              <a:gdLst/>
              <a:ahLst/>
              <a:cxnLst/>
              <a:rect l="l" t="t" r="r" b="b"/>
              <a:pathLst>
                <a:path w="19" h="2086" extrusionOk="0">
                  <a:moveTo>
                    <a:pt x="0" y="1"/>
                  </a:moveTo>
                  <a:lnTo>
                    <a:pt x="0" y="2085"/>
                  </a:lnTo>
                  <a:lnTo>
                    <a:pt x="19" y="2066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44"/>
            <p:cNvSpPr/>
            <p:nvPr/>
          </p:nvSpPr>
          <p:spPr>
            <a:xfrm>
              <a:off x="6093525" y="2036050"/>
              <a:ext cx="500" cy="51200"/>
            </a:xfrm>
            <a:custGeom>
              <a:avLst/>
              <a:gdLst/>
              <a:ahLst/>
              <a:cxnLst/>
              <a:rect l="l" t="t" r="r" b="b"/>
              <a:pathLst>
                <a:path w="20" h="2048" extrusionOk="0">
                  <a:moveTo>
                    <a:pt x="1" y="0"/>
                  </a:moveTo>
                  <a:lnTo>
                    <a:pt x="1" y="2047"/>
                  </a:lnTo>
                  <a:lnTo>
                    <a:pt x="19" y="2029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44"/>
            <p:cNvSpPr/>
            <p:nvPr/>
          </p:nvSpPr>
          <p:spPr>
            <a:xfrm>
              <a:off x="6094000" y="2036975"/>
              <a:ext cx="475" cy="49800"/>
            </a:xfrm>
            <a:custGeom>
              <a:avLst/>
              <a:gdLst/>
              <a:ahLst/>
              <a:cxnLst/>
              <a:rect l="l" t="t" r="r" b="b"/>
              <a:pathLst>
                <a:path w="19" h="1992" extrusionOk="0">
                  <a:moveTo>
                    <a:pt x="0" y="0"/>
                  </a:moveTo>
                  <a:lnTo>
                    <a:pt x="0" y="1992"/>
                  </a:lnTo>
                  <a:lnTo>
                    <a:pt x="19" y="1973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44"/>
            <p:cNvSpPr/>
            <p:nvPr/>
          </p:nvSpPr>
          <p:spPr>
            <a:xfrm>
              <a:off x="6094450" y="2037450"/>
              <a:ext cx="975" cy="48875"/>
            </a:xfrm>
            <a:custGeom>
              <a:avLst/>
              <a:gdLst/>
              <a:ahLst/>
              <a:cxnLst/>
              <a:rect l="l" t="t" r="r" b="b"/>
              <a:pathLst>
                <a:path w="39" h="1955" extrusionOk="0">
                  <a:moveTo>
                    <a:pt x="1" y="0"/>
                  </a:moveTo>
                  <a:lnTo>
                    <a:pt x="1" y="1954"/>
                  </a:lnTo>
                  <a:lnTo>
                    <a:pt x="38" y="1936"/>
                  </a:lnTo>
                  <a:lnTo>
                    <a:pt x="38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44"/>
            <p:cNvSpPr/>
            <p:nvPr/>
          </p:nvSpPr>
          <p:spPr>
            <a:xfrm>
              <a:off x="6095400" y="2037900"/>
              <a:ext cx="475" cy="47950"/>
            </a:xfrm>
            <a:custGeom>
              <a:avLst/>
              <a:gdLst/>
              <a:ahLst/>
              <a:cxnLst/>
              <a:rect l="l" t="t" r="r" b="b"/>
              <a:pathLst>
                <a:path w="19" h="1918" extrusionOk="0">
                  <a:moveTo>
                    <a:pt x="0" y="1"/>
                  </a:moveTo>
                  <a:lnTo>
                    <a:pt x="0" y="1918"/>
                  </a:lnTo>
                  <a:lnTo>
                    <a:pt x="19" y="1880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44"/>
            <p:cNvSpPr/>
            <p:nvPr/>
          </p:nvSpPr>
          <p:spPr>
            <a:xfrm>
              <a:off x="6095850" y="2038375"/>
              <a:ext cx="500" cy="46550"/>
            </a:xfrm>
            <a:custGeom>
              <a:avLst/>
              <a:gdLst/>
              <a:ahLst/>
              <a:cxnLst/>
              <a:rect l="l" t="t" r="r" b="b"/>
              <a:pathLst>
                <a:path w="20" h="1862" extrusionOk="0">
                  <a:moveTo>
                    <a:pt x="1" y="0"/>
                  </a:moveTo>
                  <a:lnTo>
                    <a:pt x="1" y="1861"/>
                  </a:lnTo>
                  <a:lnTo>
                    <a:pt x="19" y="184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44"/>
            <p:cNvSpPr/>
            <p:nvPr/>
          </p:nvSpPr>
          <p:spPr>
            <a:xfrm>
              <a:off x="6096325" y="2038825"/>
              <a:ext cx="500" cy="45625"/>
            </a:xfrm>
            <a:custGeom>
              <a:avLst/>
              <a:gdLst/>
              <a:ahLst/>
              <a:cxnLst/>
              <a:rect l="l" t="t" r="r" b="b"/>
              <a:pathLst>
                <a:path w="20" h="1825" extrusionOk="0">
                  <a:moveTo>
                    <a:pt x="0" y="1"/>
                  </a:moveTo>
                  <a:lnTo>
                    <a:pt x="0" y="1825"/>
                  </a:lnTo>
                  <a:lnTo>
                    <a:pt x="19" y="1806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44"/>
            <p:cNvSpPr/>
            <p:nvPr/>
          </p:nvSpPr>
          <p:spPr>
            <a:xfrm>
              <a:off x="6096800" y="2039300"/>
              <a:ext cx="475" cy="44700"/>
            </a:xfrm>
            <a:custGeom>
              <a:avLst/>
              <a:gdLst/>
              <a:ahLst/>
              <a:cxnLst/>
              <a:rect l="l" t="t" r="r" b="b"/>
              <a:pathLst>
                <a:path w="19" h="1788" extrusionOk="0">
                  <a:moveTo>
                    <a:pt x="0" y="1"/>
                  </a:moveTo>
                  <a:lnTo>
                    <a:pt x="0" y="1787"/>
                  </a:lnTo>
                  <a:lnTo>
                    <a:pt x="19" y="1769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44"/>
            <p:cNvSpPr/>
            <p:nvPr/>
          </p:nvSpPr>
          <p:spPr>
            <a:xfrm>
              <a:off x="6097250" y="2040225"/>
              <a:ext cx="500" cy="43300"/>
            </a:xfrm>
            <a:custGeom>
              <a:avLst/>
              <a:gdLst/>
              <a:ahLst/>
              <a:cxnLst/>
              <a:rect l="l" t="t" r="r" b="b"/>
              <a:pathLst>
                <a:path w="20" h="1732" extrusionOk="0">
                  <a:moveTo>
                    <a:pt x="1" y="1"/>
                  </a:moveTo>
                  <a:lnTo>
                    <a:pt x="1" y="1732"/>
                  </a:lnTo>
                  <a:lnTo>
                    <a:pt x="19" y="1713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44"/>
            <p:cNvSpPr/>
            <p:nvPr/>
          </p:nvSpPr>
          <p:spPr>
            <a:xfrm>
              <a:off x="6097725" y="2040700"/>
              <a:ext cx="950" cy="42350"/>
            </a:xfrm>
            <a:custGeom>
              <a:avLst/>
              <a:gdLst/>
              <a:ahLst/>
              <a:cxnLst/>
              <a:rect l="l" t="t" r="r" b="b"/>
              <a:pathLst>
                <a:path w="38" h="1694" extrusionOk="0">
                  <a:moveTo>
                    <a:pt x="0" y="0"/>
                  </a:moveTo>
                  <a:lnTo>
                    <a:pt x="0" y="1694"/>
                  </a:lnTo>
                  <a:lnTo>
                    <a:pt x="37" y="1675"/>
                  </a:lnTo>
                  <a:lnTo>
                    <a:pt x="37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44"/>
            <p:cNvSpPr/>
            <p:nvPr/>
          </p:nvSpPr>
          <p:spPr>
            <a:xfrm>
              <a:off x="6098650" y="2041150"/>
              <a:ext cx="500" cy="41450"/>
            </a:xfrm>
            <a:custGeom>
              <a:avLst/>
              <a:gdLst/>
              <a:ahLst/>
              <a:cxnLst/>
              <a:rect l="l" t="t" r="r" b="b"/>
              <a:pathLst>
                <a:path w="20" h="1658" extrusionOk="0">
                  <a:moveTo>
                    <a:pt x="0" y="1"/>
                  </a:moveTo>
                  <a:lnTo>
                    <a:pt x="0" y="1657"/>
                  </a:lnTo>
                  <a:lnTo>
                    <a:pt x="19" y="162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44"/>
            <p:cNvSpPr/>
            <p:nvPr/>
          </p:nvSpPr>
          <p:spPr>
            <a:xfrm>
              <a:off x="6099125" y="2041625"/>
              <a:ext cx="475" cy="40050"/>
            </a:xfrm>
            <a:custGeom>
              <a:avLst/>
              <a:gdLst/>
              <a:ahLst/>
              <a:cxnLst/>
              <a:rect l="l" t="t" r="r" b="b"/>
              <a:pathLst>
                <a:path w="19" h="1602" extrusionOk="0">
                  <a:moveTo>
                    <a:pt x="0" y="1"/>
                  </a:moveTo>
                  <a:lnTo>
                    <a:pt x="0" y="1601"/>
                  </a:lnTo>
                  <a:lnTo>
                    <a:pt x="19" y="158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44"/>
            <p:cNvSpPr/>
            <p:nvPr/>
          </p:nvSpPr>
          <p:spPr>
            <a:xfrm>
              <a:off x="6099575" y="2042100"/>
              <a:ext cx="500" cy="39100"/>
            </a:xfrm>
            <a:custGeom>
              <a:avLst/>
              <a:gdLst/>
              <a:ahLst/>
              <a:cxnLst/>
              <a:rect l="l" t="t" r="r" b="b"/>
              <a:pathLst>
                <a:path w="20" h="1564" extrusionOk="0">
                  <a:moveTo>
                    <a:pt x="1" y="0"/>
                  </a:moveTo>
                  <a:lnTo>
                    <a:pt x="1" y="1563"/>
                  </a:lnTo>
                  <a:lnTo>
                    <a:pt x="19" y="1545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44"/>
            <p:cNvSpPr/>
            <p:nvPr/>
          </p:nvSpPr>
          <p:spPr>
            <a:xfrm>
              <a:off x="6100050" y="2042550"/>
              <a:ext cx="475" cy="38175"/>
            </a:xfrm>
            <a:custGeom>
              <a:avLst/>
              <a:gdLst/>
              <a:ahLst/>
              <a:cxnLst/>
              <a:rect l="l" t="t" r="r" b="b"/>
              <a:pathLst>
                <a:path w="19" h="1527" extrusionOk="0">
                  <a:moveTo>
                    <a:pt x="0" y="1"/>
                  </a:moveTo>
                  <a:lnTo>
                    <a:pt x="0" y="1527"/>
                  </a:lnTo>
                  <a:lnTo>
                    <a:pt x="19" y="1508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44"/>
            <p:cNvSpPr/>
            <p:nvPr/>
          </p:nvSpPr>
          <p:spPr>
            <a:xfrm>
              <a:off x="6100500" y="2043500"/>
              <a:ext cx="500" cy="36775"/>
            </a:xfrm>
            <a:custGeom>
              <a:avLst/>
              <a:gdLst/>
              <a:ahLst/>
              <a:cxnLst/>
              <a:rect l="l" t="t" r="r" b="b"/>
              <a:pathLst>
                <a:path w="20" h="1471" extrusionOk="0">
                  <a:moveTo>
                    <a:pt x="1" y="0"/>
                  </a:moveTo>
                  <a:lnTo>
                    <a:pt x="1" y="1470"/>
                  </a:lnTo>
                  <a:lnTo>
                    <a:pt x="20" y="1452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44"/>
            <p:cNvSpPr/>
            <p:nvPr/>
          </p:nvSpPr>
          <p:spPr>
            <a:xfrm>
              <a:off x="6100975" y="2043950"/>
              <a:ext cx="950" cy="35850"/>
            </a:xfrm>
            <a:custGeom>
              <a:avLst/>
              <a:gdLst/>
              <a:ahLst/>
              <a:cxnLst/>
              <a:rect l="l" t="t" r="r" b="b"/>
              <a:pathLst>
                <a:path w="38" h="1434" extrusionOk="0">
                  <a:moveTo>
                    <a:pt x="1" y="1"/>
                  </a:moveTo>
                  <a:lnTo>
                    <a:pt x="1" y="1434"/>
                  </a:lnTo>
                  <a:lnTo>
                    <a:pt x="38" y="1415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44"/>
            <p:cNvSpPr/>
            <p:nvPr/>
          </p:nvSpPr>
          <p:spPr>
            <a:xfrm>
              <a:off x="6101900" y="2044425"/>
              <a:ext cx="500" cy="34925"/>
            </a:xfrm>
            <a:custGeom>
              <a:avLst/>
              <a:gdLst/>
              <a:ahLst/>
              <a:cxnLst/>
              <a:rect l="l" t="t" r="r" b="b"/>
              <a:pathLst>
                <a:path w="20" h="1397" extrusionOk="0">
                  <a:moveTo>
                    <a:pt x="1" y="0"/>
                  </a:moveTo>
                  <a:lnTo>
                    <a:pt x="1" y="1396"/>
                  </a:lnTo>
                  <a:lnTo>
                    <a:pt x="19" y="1359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44"/>
            <p:cNvSpPr/>
            <p:nvPr/>
          </p:nvSpPr>
          <p:spPr>
            <a:xfrm>
              <a:off x="6102375" y="2044875"/>
              <a:ext cx="475" cy="33525"/>
            </a:xfrm>
            <a:custGeom>
              <a:avLst/>
              <a:gdLst/>
              <a:ahLst/>
              <a:cxnLst/>
              <a:rect l="l" t="t" r="r" b="b"/>
              <a:pathLst>
                <a:path w="19" h="1341" extrusionOk="0">
                  <a:moveTo>
                    <a:pt x="0" y="1"/>
                  </a:moveTo>
                  <a:lnTo>
                    <a:pt x="0" y="1341"/>
                  </a:lnTo>
                  <a:lnTo>
                    <a:pt x="19" y="132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44"/>
            <p:cNvSpPr/>
            <p:nvPr/>
          </p:nvSpPr>
          <p:spPr>
            <a:xfrm>
              <a:off x="6102825" y="2045350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" y="0"/>
                  </a:moveTo>
                  <a:lnTo>
                    <a:pt x="1" y="1303"/>
                  </a:lnTo>
                  <a:lnTo>
                    <a:pt x="20" y="1285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44"/>
            <p:cNvSpPr/>
            <p:nvPr/>
          </p:nvSpPr>
          <p:spPr>
            <a:xfrm>
              <a:off x="6103300" y="2045825"/>
              <a:ext cx="500" cy="31650"/>
            </a:xfrm>
            <a:custGeom>
              <a:avLst/>
              <a:gdLst/>
              <a:ahLst/>
              <a:cxnLst/>
              <a:rect l="l" t="t" r="r" b="b"/>
              <a:pathLst>
                <a:path w="20" h="1266" extrusionOk="0">
                  <a:moveTo>
                    <a:pt x="1" y="0"/>
                  </a:moveTo>
                  <a:lnTo>
                    <a:pt x="1" y="1266"/>
                  </a:lnTo>
                  <a:lnTo>
                    <a:pt x="19" y="1247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44"/>
            <p:cNvSpPr/>
            <p:nvPr/>
          </p:nvSpPr>
          <p:spPr>
            <a:xfrm>
              <a:off x="6103775" y="2046750"/>
              <a:ext cx="475" cy="30250"/>
            </a:xfrm>
            <a:custGeom>
              <a:avLst/>
              <a:gdLst/>
              <a:ahLst/>
              <a:cxnLst/>
              <a:rect l="l" t="t" r="r" b="b"/>
              <a:pathLst>
                <a:path w="19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9" y="1191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44"/>
            <p:cNvSpPr/>
            <p:nvPr/>
          </p:nvSpPr>
          <p:spPr>
            <a:xfrm>
              <a:off x="6104225" y="2047200"/>
              <a:ext cx="950" cy="29350"/>
            </a:xfrm>
            <a:custGeom>
              <a:avLst/>
              <a:gdLst/>
              <a:ahLst/>
              <a:cxnLst/>
              <a:rect l="l" t="t" r="r" b="b"/>
              <a:pathLst>
                <a:path w="38" h="1174" extrusionOk="0">
                  <a:moveTo>
                    <a:pt x="1" y="1"/>
                  </a:moveTo>
                  <a:lnTo>
                    <a:pt x="1" y="1173"/>
                  </a:lnTo>
                  <a:lnTo>
                    <a:pt x="38" y="1155"/>
                  </a:lnTo>
                  <a:lnTo>
                    <a:pt x="38" y="2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44"/>
            <p:cNvSpPr/>
            <p:nvPr/>
          </p:nvSpPr>
          <p:spPr>
            <a:xfrm>
              <a:off x="6105175" y="2047675"/>
              <a:ext cx="475" cy="28400"/>
            </a:xfrm>
            <a:custGeom>
              <a:avLst/>
              <a:gdLst/>
              <a:ahLst/>
              <a:cxnLst/>
              <a:rect l="l" t="t" r="r" b="b"/>
              <a:pathLst>
                <a:path w="19" h="1136" extrusionOk="0">
                  <a:moveTo>
                    <a:pt x="0" y="1"/>
                  </a:moveTo>
                  <a:lnTo>
                    <a:pt x="0" y="1136"/>
                  </a:lnTo>
                  <a:lnTo>
                    <a:pt x="19" y="1099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44"/>
            <p:cNvSpPr/>
            <p:nvPr/>
          </p:nvSpPr>
          <p:spPr>
            <a:xfrm>
              <a:off x="6105625" y="2048150"/>
              <a:ext cx="500" cy="27000"/>
            </a:xfrm>
            <a:custGeom>
              <a:avLst/>
              <a:gdLst/>
              <a:ahLst/>
              <a:cxnLst/>
              <a:rect l="l" t="t" r="r" b="b"/>
              <a:pathLst>
                <a:path w="20" h="1080" extrusionOk="0">
                  <a:moveTo>
                    <a:pt x="1" y="0"/>
                  </a:moveTo>
                  <a:lnTo>
                    <a:pt x="1" y="1080"/>
                  </a:lnTo>
                  <a:lnTo>
                    <a:pt x="19" y="1061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44"/>
            <p:cNvSpPr/>
            <p:nvPr/>
          </p:nvSpPr>
          <p:spPr>
            <a:xfrm>
              <a:off x="6106100" y="2048600"/>
              <a:ext cx="475" cy="26075"/>
            </a:xfrm>
            <a:custGeom>
              <a:avLst/>
              <a:gdLst/>
              <a:ahLst/>
              <a:cxnLst/>
              <a:rect l="l" t="t" r="r" b="b"/>
              <a:pathLst>
                <a:path w="19" h="1043" extrusionOk="0">
                  <a:moveTo>
                    <a:pt x="0" y="1"/>
                  </a:moveTo>
                  <a:lnTo>
                    <a:pt x="0" y="1043"/>
                  </a:lnTo>
                  <a:lnTo>
                    <a:pt x="19" y="1024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44"/>
            <p:cNvSpPr/>
            <p:nvPr/>
          </p:nvSpPr>
          <p:spPr>
            <a:xfrm>
              <a:off x="6106550" y="2049075"/>
              <a:ext cx="500" cy="25150"/>
            </a:xfrm>
            <a:custGeom>
              <a:avLst/>
              <a:gdLst/>
              <a:ahLst/>
              <a:cxnLst/>
              <a:rect l="l" t="t" r="r" b="b"/>
              <a:pathLst>
                <a:path w="20" h="1006" extrusionOk="0">
                  <a:moveTo>
                    <a:pt x="1" y="0"/>
                  </a:moveTo>
                  <a:lnTo>
                    <a:pt x="1" y="1005"/>
                  </a:lnTo>
                  <a:lnTo>
                    <a:pt x="19" y="987"/>
                  </a:lnTo>
                  <a:lnTo>
                    <a:pt x="19" y="3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44"/>
            <p:cNvSpPr/>
            <p:nvPr/>
          </p:nvSpPr>
          <p:spPr>
            <a:xfrm>
              <a:off x="6107025" y="2050000"/>
              <a:ext cx="500" cy="23750"/>
            </a:xfrm>
            <a:custGeom>
              <a:avLst/>
              <a:gdLst/>
              <a:ahLst/>
              <a:cxnLst/>
              <a:rect l="l" t="t" r="r" b="b"/>
              <a:pathLst>
                <a:path w="20" h="950" extrusionOk="0">
                  <a:moveTo>
                    <a:pt x="0" y="1"/>
                  </a:moveTo>
                  <a:lnTo>
                    <a:pt x="0" y="950"/>
                  </a:lnTo>
                  <a:lnTo>
                    <a:pt x="19" y="931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44"/>
            <p:cNvSpPr/>
            <p:nvPr/>
          </p:nvSpPr>
          <p:spPr>
            <a:xfrm>
              <a:off x="6107500" y="2050475"/>
              <a:ext cx="950" cy="22825"/>
            </a:xfrm>
            <a:custGeom>
              <a:avLst/>
              <a:gdLst/>
              <a:ahLst/>
              <a:cxnLst/>
              <a:rect l="l" t="t" r="r" b="b"/>
              <a:pathLst>
                <a:path w="38" h="913" extrusionOk="0">
                  <a:moveTo>
                    <a:pt x="0" y="0"/>
                  </a:moveTo>
                  <a:lnTo>
                    <a:pt x="0" y="912"/>
                  </a:lnTo>
                  <a:lnTo>
                    <a:pt x="37" y="893"/>
                  </a:lnTo>
                  <a:lnTo>
                    <a:pt x="37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44"/>
            <p:cNvSpPr/>
            <p:nvPr/>
          </p:nvSpPr>
          <p:spPr>
            <a:xfrm>
              <a:off x="6108425" y="2050925"/>
              <a:ext cx="475" cy="21900"/>
            </a:xfrm>
            <a:custGeom>
              <a:avLst/>
              <a:gdLst/>
              <a:ahLst/>
              <a:cxnLst/>
              <a:rect l="l" t="t" r="r" b="b"/>
              <a:pathLst>
                <a:path w="19" h="876" extrusionOk="0">
                  <a:moveTo>
                    <a:pt x="0" y="1"/>
                  </a:moveTo>
                  <a:lnTo>
                    <a:pt x="0" y="875"/>
                  </a:lnTo>
                  <a:lnTo>
                    <a:pt x="19" y="838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44"/>
            <p:cNvSpPr/>
            <p:nvPr/>
          </p:nvSpPr>
          <p:spPr>
            <a:xfrm>
              <a:off x="6108875" y="2051400"/>
              <a:ext cx="500" cy="20500"/>
            </a:xfrm>
            <a:custGeom>
              <a:avLst/>
              <a:gdLst/>
              <a:ahLst/>
              <a:cxnLst/>
              <a:rect l="l" t="t" r="r" b="b"/>
              <a:pathLst>
                <a:path w="20" h="820" extrusionOk="0">
                  <a:moveTo>
                    <a:pt x="1" y="0"/>
                  </a:moveTo>
                  <a:lnTo>
                    <a:pt x="1" y="819"/>
                  </a:lnTo>
                  <a:lnTo>
                    <a:pt x="20" y="801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44"/>
            <p:cNvSpPr/>
            <p:nvPr/>
          </p:nvSpPr>
          <p:spPr>
            <a:xfrm>
              <a:off x="6109350" y="2051875"/>
              <a:ext cx="500" cy="19550"/>
            </a:xfrm>
            <a:custGeom>
              <a:avLst/>
              <a:gdLst/>
              <a:ahLst/>
              <a:cxnLst/>
              <a:rect l="l" t="t" r="r" b="b"/>
              <a:pathLst>
                <a:path w="20" h="782" extrusionOk="0">
                  <a:moveTo>
                    <a:pt x="1" y="0"/>
                  </a:moveTo>
                  <a:lnTo>
                    <a:pt x="1" y="782"/>
                  </a:lnTo>
                  <a:lnTo>
                    <a:pt x="19" y="76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44"/>
            <p:cNvSpPr/>
            <p:nvPr/>
          </p:nvSpPr>
          <p:spPr>
            <a:xfrm>
              <a:off x="6109825" y="2052325"/>
              <a:ext cx="475" cy="18650"/>
            </a:xfrm>
            <a:custGeom>
              <a:avLst/>
              <a:gdLst/>
              <a:ahLst/>
              <a:cxnLst/>
              <a:rect l="l" t="t" r="r" b="b"/>
              <a:pathLst>
                <a:path w="19" h="746" extrusionOk="0">
                  <a:moveTo>
                    <a:pt x="0" y="1"/>
                  </a:moveTo>
                  <a:lnTo>
                    <a:pt x="0" y="745"/>
                  </a:lnTo>
                  <a:lnTo>
                    <a:pt x="19" y="726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44"/>
            <p:cNvSpPr/>
            <p:nvPr/>
          </p:nvSpPr>
          <p:spPr>
            <a:xfrm>
              <a:off x="6110275" y="2053250"/>
              <a:ext cx="500" cy="17250"/>
            </a:xfrm>
            <a:custGeom>
              <a:avLst/>
              <a:gdLst/>
              <a:ahLst/>
              <a:cxnLst/>
              <a:rect l="l" t="t" r="r" b="b"/>
              <a:pathLst>
                <a:path w="20" h="690" extrusionOk="0">
                  <a:moveTo>
                    <a:pt x="1" y="1"/>
                  </a:moveTo>
                  <a:lnTo>
                    <a:pt x="1" y="689"/>
                  </a:lnTo>
                  <a:lnTo>
                    <a:pt x="19" y="671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44"/>
            <p:cNvSpPr/>
            <p:nvPr/>
          </p:nvSpPr>
          <p:spPr>
            <a:xfrm>
              <a:off x="6110750" y="2053725"/>
              <a:ext cx="950" cy="16300"/>
            </a:xfrm>
            <a:custGeom>
              <a:avLst/>
              <a:gdLst/>
              <a:ahLst/>
              <a:cxnLst/>
              <a:rect l="l" t="t" r="r" b="b"/>
              <a:pathLst>
                <a:path w="38" h="652" extrusionOk="0">
                  <a:moveTo>
                    <a:pt x="0" y="0"/>
                  </a:moveTo>
                  <a:lnTo>
                    <a:pt x="0" y="652"/>
                  </a:lnTo>
                  <a:lnTo>
                    <a:pt x="38" y="633"/>
                  </a:lnTo>
                  <a:lnTo>
                    <a:pt x="38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44"/>
            <p:cNvSpPr/>
            <p:nvPr/>
          </p:nvSpPr>
          <p:spPr>
            <a:xfrm>
              <a:off x="6111675" y="2054200"/>
              <a:ext cx="500" cy="15375"/>
            </a:xfrm>
            <a:custGeom>
              <a:avLst/>
              <a:gdLst/>
              <a:ahLst/>
              <a:cxnLst/>
              <a:rect l="l" t="t" r="r" b="b"/>
              <a:pathLst>
                <a:path w="20" h="615" extrusionOk="0">
                  <a:moveTo>
                    <a:pt x="1" y="0"/>
                  </a:moveTo>
                  <a:lnTo>
                    <a:pt x="1" y="614"/>
                  </a:lnTo>
                  <a:lnTo>
                    <a:pt x="19" y="57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44"/>
            <p:cNvSpPr/>
            <p:nvPr/>
          </p:nvSpPr>
          <p:spPr>
            <a:xfrm>
              <a:off x="6112150" y="2054650"/>
              <a:ext cx="475" cy="13975"/>
            </a:xfrm>
            <a:custGeom>
              <a:avLst/>
              <a:gdLst/>
              <a:ahLst/>
              <a:cxnLst/>
              <a:rect l="l" t="t" r="r" b="b"/>
              <a:pathLst>
                <a:path w="19" h="559" extrusionOk="0">
                  <a:moveTo>
                    <a:pt x="0" y="1"/>
                  </a:moveTo>
                  <a:lnTo>
                    <a:pt x="0" y="559"/>
                  </a:lnTo>
                  <a:lnTo>
                    <a:pt x="19" y="540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44"/>
            <p:cNvSpPr/>
            <p:nvPr/>
          </p:nvSpPr>
          <p:spPr>
            <a:xfrm>
              <a:off x="6112600" y="2055125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1" y="0"/>
                  </a:moveTo>
                  <a:lnTo>
                    <a:pt x="1" y="521"/>
                  </a:lnTo>
                  <a:lnTo>
                    <a:pt x="19" y="50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44"/>
            <p:cNvSpPr/>
            <p:nvPr/>
          </p:nvSpPr>
          <p:spPr>
            <a:xfrm>
              <a:off x="6113075" y="2055575"/>
              <a:ext cx="475" cy="12125"/>
            </a:xfrm>
            <a:custGeom>
              <a:avLst/>
              <a:gdLst/>
              <a:ahLst/>
              <a:cxnLst/>
              <a:rect l="l" t="t" r="r" b="b"/>
              <a:pathLst>
                <a:path w="19" h="485" extrusionOk="0">
                  <a:moveTo>
                    <a:pt x="0" y="1"/>
                  </a:moveTo>
                  <a:lnTo>
                    <a:pt x="0" y="485"/>
                  </a:lnTo>
                  <a:lnTo>
                    <a:pt x="19" y="466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44"/>
            <p:cNvSpPr/>
            <p:nvPr/>
          </p:nvSpPr>
          <p:spPr>
            <a:xfrm>
              <a:off x="6113550" y="2056525"/>
              <a:ext cx="475" cy="10725"/>
            </a:xfrm>
            <a:custGeom>
              <a:avLst/>
              <a:gdLst/>
              <a:ahLst/>
              <a:cxnLst/>
              <a:rect l="l" t="t" r="r" b="b"/>
              <a:pathLst>
                <a:path w="19" h="429" extrusionOk="0">
                  <a:moveTo>
                    <a:pt x="0" y="0"/>
                  </a:moveTo>
                  <a:lnTo>
                    <a:pt x="0" y="428"/>
                  </a:lnTo>
                  <a:lnTo>
                    <a:pt x="19" y="410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44"/>
            <p:cNvSpPr/>
            <p:nvPr/>
          </p:nvSpPr>
          <p:spPr>
            <a:xfrm>
              <a:off x="6114000" y="2056975"/>
              <a:ext cx="950" cy="9800"/>
            </a:xfrm>
            <a:custGeom>
              <a:avLst/>
              <a:gdLst/>
              <a:ahLst/>
              <a:cxnLst/>
              <a:rect l="l" t="t" r="r" b="b"/>
              <a:pathLst>
                <a:path w="38" h="392" extrusionOk="0">
                  <a:moveTo>
                    <a:pt x="1" y="1"/>
                  </a:moveTo>
                  <a:lnTo>
                    <a:pt x="1" y="392"/>
                  </a:lnTo>
                  <a:lnTo>
                    <a:pt x="38" y="373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44"/>
            <p:cNvSpPr/>
            <p:nvPr/>
          </p:nvSpPr>
          <p:spPr>
            <a:xfrm>
              <a:off x="6114925" y="2057450"/>
              <a:ext cx="500" cy="8850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" y="0"/>
                  </a:moveTo>
                  <a:lnTo>
                    <a:pt x="1" y="354"/>
                  </a:lnTo>
                  <a:lnTo>
                    <a:pt x="19" y="31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44"/>
            <p:cNvSpPr/>
            <p:nvPr/>
          </p:nvSpPr>
          <p:spPr>
            <a:xfrm>
              <a:off x="6115400" y="2057900"/>
              <a:ext cx="500" cy="7475"/>
            </a:xfrm>
            <a:custGeom>
              <a:avLst/>
              <a:gdLst/>
              <a:ahLst/>
              <a:cxnLst/>
              <a:rect l="l" t="t" r="r" b="b"/>
              <a:pathLst>
                <a:path w="20" h="299" extrusionOk="0">
                  <a:moveTo>
                    <a:pt x="0" y="1"/>
                  </a:moveTo>
                  <a:lnTo>
                    <a:pt x="0" y="299"/>
                  </a:lnTo>
                  <a:lnTo>
                    <a:pt x="19" y="28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44"/>
            <p:cNvSpPr/>
            <p:nvPr/>
          </p:nvSpPr>
          <p:spPr>
            <a:xfrm>
              <a:off x="6115875" y="2058375"/>
              <a:ext cx="475" cy="6550"/>
            </a:xfrm>
            <a:custGeom>
              <a:avLst/>
              <a:gdLst/>
              <a:ahLst/>
              <a:cxnLst/>
              <a:rect l="l" t="t" r="r" b="b"/>
              <a:pathLst>
                <a:path w="19" h="262" extrusionOk="0">
                  <a:moveTo>
                    <a:pt x="0" y="1"/>
                  </a:moveTo>
                  <a:lnTo>
                    <a:pt x="0" y="261"/>
                  </a:lnTo>
                  <a:lnTo>
                    <a:pt x="19" y="24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44"/>
            <p:cNvSpPr/>
            <p:nvPr/>
          </p:nvSpPr>
          <p:spPr>
            <a:xfrm>
              <a:off x="6116325" y="2058850"/>
              <a:ext cx="500" cy="5600"/>
            </a:xfrm>
            <a:custGeom>
              <a:avLst/>
              <a:gdLst/>
              <a:ahLst/>
              <a:cxnLst/>
              <a:rect l="l" t="t" r="r" b="b"/>
              <a:pathLst>
                <a:path w="20" h="224" extrusionOk="0">
                  <a:moveTo>
                    <a:pt x="1" y="0"/>
                  </a:moveTo>
                  <a:lnTo>
                    <a:pt x="1" y="223"/>
                  </a:lnTo>
                  <a:lnTo>
                    <a:pt x="19" y="205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44"/>
            <p:cNvSpPr/>
            <p:nvPr/>
          </p:nvSpPr>
          <p:spPr>
            <a:xfrm>
              <a:off x="6116800" y="2059775"/>
              <a:ext cx="475" cy="4200"/>
            </a:xfrm>
            <a:custGeom>
              <a:avLst/>
              <a:gdLst/>
              <a:ahLst/>
              <a:cxnLst/>
              <a:rect l="l" t="t" r="r" b="b"/>
              <a:pathLst>
                <a:path w="19" h="168" extrusionOk="0">
                  <a:moveTo>
                    <a:pt x="0" y="0"/>
                  </a:moveTo>
                  <a:lnTo>
                    <a:pt x="0" y="168"/>
                  </a:lnTo>
                  <a:lnTo>
                    <a:pt x="19" y="149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44"/>
            <p:cNvSpPr/>
            <p:nvPr/>
          </p:nvSpPr>
          <p:spPr>
            <a:xfrm>
              <a:off x="6117250" y="2060225"/>
              <a:ext cx="975" cy="3300"/>
            </a:xfrm>
            <a:custGeom>
              <a:avLst/>
              <a:gdLst/>
              <a:ahLst/>
              <a:cxnLst/>
              <a:rect l="l" t="t" r="r" b="b"/>
              <a:pathLst>
                <a:path w="39" h="132" extrusionOk="0">
                  <a:moveTo>
                    <a:pt x="1" y="1"/>
                  </a:moveTo>
                  <a:lnTo>
                    <a:pt x="1" y="131"/>
                  </a:lnTo>
                  <a:lnTo>
                    <a:pt x="38" y="113"/>
                  </a:lnTo>
                  <a:lnTo>
                    <a:pt x="38" y="2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44"/>
            <p:cNvSpPr/>
            <p:nvPr/>
          </p:nvSpPr>
          <p:spPr>
            <a:xfrm>
              <a:off x="6118200" y="2060700"/>
              <a:ext cx="475" cy="2350"/>
            </a:xfrm>
            <a:custGeom>
              <a:avLst/>
              <a:gdLst/>
              <a:ahLst/>
              <a:cxnLst/>
              <a:rect l="l" t="t" r="r" b="b"/>
              <a:pathLst>
                <a:path w="19" h="94" extrusionOk="0">
                  <a:moveTo>
                    <a:pt x="0" y="1"/>
                  </a:moveTo>
                  <a:lnTo>
                    <a:pt x="0" y="94"/>
                  </a:lnTo>
                  <a:lnTo>
                    <a:pt x="19" y="56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44"/>
            <p:cNvSpPr/>
            <p:nvPr/>
          </p:nvSpPr>
          <p:spPr>
            <a:xfrm>
              <a:off x="6118650" y="2061175"/>
              <a:ext cx="500" cy="950"/>
            </a:xfrm>
            <a:custGeom>
              <a:avLst/>
              <a:gdLst/>
              <a:ahLst/>
              <a:cxnLst/>
              <a:rect l="l" t="t" r="r" b="b"/>
              <a:pathLst>
                <a:path w="20" h="38" extrusionOk="0">
                  <a:moveTo>
                    <a:pt x="1" y="0"/>
                  </a:moveTo>
                  <a:lnTo>
                    <a:pt x="1" y="3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44"/>
            <p:cNvSpPr/>
            <p:nvPr/>
          </p:nvSpPr>
          <p:spPr>
            <a:xfrm>
              <a:off x="5774825" y="2299850"/>
              <a:ext cx="309425" cy="30942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7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0" name="Google Shape;400;p44"/>
          <p:cNvSpPr txBox="1">
            <a:spLocks noGrp="1"/>
          </p:cNvSpPr>
          <p:nvPr>
            <p:ph type="title" idx="13"/>
          </p:nvPr>
        </p:nvSpPr>
        <p:spPr>
          <a:xfrm>
            <a:off x="5045351" y="3272625"/>
            <a:ext cx="25743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1" name="Google Shape;401;p44"/>
          <p:cNvSpPr txBox="1">
            <a:spLocks noGrp="1"/>
          </p:cNvSpPr>
          <p:nvPr>
            <p:ph type="subTitle" idx="14"/>
          </p:nvPr>
        </p:nvSpPr>
        <p:spPr>
          <a:xfrm>
            <a:off x="5045342" y="3709900"/>
            <a:ext cx="2574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44"/>
          <p:cNvSpPr txBox="1">
            <a:spLocks noGrp="1"/>
          </p:cNvSpPr>
          <p:nvPr>
            <p:ph type="title" idx="15"/>
          </p:nvPr>
        </p:nvSpPr>
        <p:spPr>
          <a:xfrm>
            <a:off x="713225" y="539500"/>
            <a:ext cx="7680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6"/>
          <p:cNvSpPr txBox="1">
            <a:spLocks noGrp="1"/>
          </p:cNvSpPr>
          <p:nvPr>
            <p:ph type="title"/>
          </p:nvPr>
        </p:nvSpPr>
        <p:spPr>
          <a:xfrm>
            <a:off x="5449425" y="1593575"/>
            <a:ext cx="2998800" cy="14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4" name="Google Shape;444;p46"/>
          <p:cNvSpPr txBox="1">
            <a:spLocks noGrp="1"/>
          </p:cNvSpPr>
          <p:nvPr>
            <p:ph type="subTitle" idx="1"/>
          </p:nvPr>
        </p:nvSpPr>
        <p:spPr>
          <a:xfrm>
            <a:off x="5449425" y="3203575"/>
            <a:ext cx="2998800" cy="604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 b="1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5" name="Google Shape;445;p46"/>
          <p:cNvSpPr txBox="1">
            <a:spLocks noGrp="1"/>
          </p:cNvSpPr>
          <p:nvPr>
            <p:ph type="title" idx="2"/>
          </p:nvPr>
        </p:nvSpPr>
        <p:spPr>
          <a:xfrm>
            <a:off x="3377825" y="1593575"/>
            <a:ext cx="2015700" cy="1402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grpSp>
        <p:nvGrpSpPr>
          <p:cNvPr id="446" name="Google Shape;446;p46"/>
          <p:cNvGrpSpPr/>
          <p:nvPr/>
        </p:nvGrpSpPr>
        <p:grpSpPr>
          <a:xfrm rot="10800000" flipH="1">
            <a:off x="-1432565" y="-125795"/>
            <a:ext cx="4015313" cy="3884503"/>
            <a:chOff x="5440750" y="1669400"/>
            <a:chExt cx="971525" cy="939875"/>
          </a:xfrm>
        </p:grpSpPr>
        <p:sp>
          <p:nvSpPr>
            <p:cNvPr id="447" name="Google Shape;447;p46"/>
            <p:cNvSpPr/>
            <p:nvPr/>
          </p:nvSpPr>
          <p:spPr>
            <a:xfrm>
              <a:off x="5511025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98" y="31714"/>
                  </a:lnTo>
                  <a:lnTo>
                    <a:pt x="31731" y="16081"/>
                  </a:lnTo>
                  <a:lnTo>
                    <a:pt x="16098" y="429"/>
                  </a:lnTo>
                  <a:close/>
                  <a:moveTo>
                    <a:pt x="16098" y="32160"/>
                  </a:moveTo>
                  <a:lnTo>
                    <a:pt x="0" y="16081"/>
                  </a:lnTo>
                  <a:lnTo>
                    <a:pt x="16098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46"/>
            <p:cNvSpPr/>
            <p:nvPr/>
          </p:nvSpPr>
          <p:spPr>
            <a:xfrm>
              <a:off x="5487750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46"/>
            <p:cNvSpPr/>
            <p:nvPr/>
          </p:nvSpPr>
          <p:spPr>
            <a:xfrm>
              <a:off x="546447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29" y="16081"/>
                  </a:moveTo>
                  <a:lnTo>
                    <a:pt x="16081" y="31714"/>
                  </a:lnTo>
                  <a:lnTo>
                    <a:pt x="31714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46"/>
            <p:cNvSpPr/>
            <p:nvPr/>
          </p:nvSpPr>
          <p:spPr>
            <a:xfrm>
              <a:off x="544075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7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46"/>
            <p:cNvSpPr/>
            <p:nvPr/>
          </p:nvSpPr>
          <p:spPr>
            <a:xfrm>
              <a:off x="560780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1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46"/>
            <p:cNvSpPr/>
            <p:nvPr/>
          </p:nvSpPr>
          <p:spPr>
            <a:xfrm>
              <a:off x="558452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46"/>
            <p:cNvSpPr/>
            <p:nvPr/>
          </p:nvSpPr>
          <p:spPr>
            <a:xfrm>
              <a:off x="556127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28" y="16081"/>
                  </a:moveTo>
                  <a:lnTo>
                    <a:pt x="16080" y="31714"/>
                  </a:lnTo>
                  <a:lnTo>
                    <a:pt x="31713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5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46"/>
            <p:cNvSpPr/>
            <p:nvPr/>
          </p:nvSpPr>
          <p:spPr>
            <a:xfrm>
              <a:off x="553752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48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46"/>
            <p:cNvSpPr/>
            <p:nvPr/>
          </p:nvSpPr>
          <p:spPr>
            <a:xfrm>
              <a:off x="6167975" y="211840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46"/>
            <p:cNvSpPr/>
            <p:nvPr/>
          </p:nvSpPr>
          <p:spPr>
            <a:xfrm>
              <a:off x="6162400" y="2112825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6477" h="6477" extrusionOk="0">
                  <a:moveTo>
                    <a:pt x="428" y="3238"/>
                  </a:moveTo>
                  <a:lnTo>
                    <a:pt x="3238" y="6049"/>
                  </a:lnTo>
                  <a:lnTo>
                    <a:pt x="6030" y="3238"/>
                  </a:lnTo>
                  <a:lnTo>
                    <a:pt x="3238" y="447"/>
                  </a:lnTo>
                  <a:close/>
                  <a:moveTo>
                    <a:pt x="3238" y="6477"/>
                  </a:moveTo>
                  <a:lnTo>
                    <a:pt x="0" y="3238"/>
                  </a:lnTo>
                  <a:lnTo>
                    <a:pt x="3238" y="0"/>
                  </a:lnTo>
                  <a:lnTo>
                    <a:pt x="6477" y="323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46"/>
            <p:cNvSpPr/>
            <p:nvPr/>
          </p:nvSpPr>
          <p:spPr>
            <a:xfrm>
              <a:off x="6190775" y="2141200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674EA7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46"/>
            <p:cNvSpPr/>
            <p:nvPr/>
          </p:nvSpPr>
          <p:spPr>
            <a:xfrm>
              <a:off x="6060950" y="2061175"/>
              <a:ext cx="500" cy="950"/>
            </a:xfrm>
            <a:custGeom>
              <a:avLst/>
              <a:gdLst/>
              <a:ahLst/>
              <a:cxnLst/>
              <a:rect l="l" t="t" r="r" b="b"/>
              <a:pathLst>
                <a:path w="20" h="38" extrusionOk="0">
                  <a:moveTo>
                    <a:pt x="20" y="0"/>
                  </a:moveTo>
                  <a:lnTo>
                    <a:pt x="1" y="19"/>
                  </a:lnTo>
                  <a:lnTo>
                    <a:pt x="20" y="37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46"/>
            <p:cNvSpPr/>
            <p:nvPr/>
          </p:nvSpPr>
          <p:spPr>
            <a:xfrm>
              <a:off x="6061425" y="2060700"/>
              <a:ext cx="500" cy="2350"/>
            </a:xfrm>
            <a:custGeom>
              <a:avLst/>
              <a:gdLst/>
              <a:ahLst/>
              <a:cxnLst/>
              <a:rect l="l" t="t" r="r" b="b"/>
              <a:pathLst>
                <a:path w="20" h="94" extrusionOk="0">
                  <a:moveTo>
                    <a:pt x="19" y="1"/>
                  </a:moveTo>
                  <a:lnTo>
                    <a:pt x="1" y="19"/>
                  </a:lnTo>
                  <a:lnTo>
                    <a:pt x="1" y="56"/>
                  </a:lnTo>
                  <a:lnTo>
                    <a:pt x="19" y="94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46"/>
            <p:cNvSpPr/>
            <p:nvPr/>
          </p:nvSpPr>
          <p:spPr>
            <a:xfrm>
              <a:off x="6061900" y="2060225"/>
              <a:ext cx="950" cy="3300"/>
            </a:xfrm>
            <a:custGeom>
              <a:avLst/>
              <a:gdLst/>
              <a:ahLst/>
              <a:cxnLst/>
              <a:rect l="l" t="t" r="r" b="b"/>
              <a:pathLst>
                <a:path w="38" h="132" extrusionOk="0">
                  <a:moveTo>
                    <a:pt x="37" y="1"/>
                  </a:moveTo>
                  <a:lnTo>
                    <a:pt x="0" y="20"/>
                  </a:lnTo>
                  <a:lnTo>
                    <a:pt x="0" y="113"/>
                  </a:lnTo>
                  <a:lnTo>
                    <a:pt x="37" y="131"/>
                  </a:lnTo>
                  <a:lnTo>
                    <a:pt x="37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46"/>
            <p:cNvSpPr/>
            <p:nvPr/>
          </p:nvSpPr>
          <p:spPr>
            <a:xfrm>
              <a:off x="6062825" y="2059775"/>
              <a:ext cx="500" cy="4200"/>
            </a:xfrm>
            <a:custGeom>
              <a:avLst/>
              <a:gdLst/>
              <a:ahLst/>
              <a:cxnLst/>
              <a:rect l="l" t="t" r="r" b="b"/>
              <a:pathLst>
                <a:path w="20" h="168" extrusionOk="0">
                  <a:moveTo>
                    <a:pt x="19" y="0"/>
                  </a:moveTo>
                  <a:lnTo>
                    <a:pt x="0" y="19"/>
                  </a:lnTo>
                  <a:lnTo>
                    <a:pt x="0" y="149"/>
                  </a:lnTo>
                  <a:lnTo>
                    <a:pt x="19" y="16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46"/>
            <p:cNvSpPr/>
            <p:nvPr/>
          </p:nvSpPr>
          <p:spPr>
            <a:xfrm>
              <a:off x="6063300" y="2058850"/>
              <a:ext cx="475" cy="5600"/>
            </a:xfrm>
            <a:custGeom>
              <a:avLst/>
              <a:gdLst/>
              <a:ahLst/>
              <a:cxnLst/>
              <a:rect l="l" t="t" r="r" b="b"/>
              <a:pathLst>
                <a:path w="19" h="224" extrusionOk="0">
                  <a:moveTo>
                    <a:pt x="19" y="0"/>
                  </a:moveTo>
                  <a:lnTo>
                    <a:pt x="0" y="37"/>
                  </a:lnTo>
                  <a:lnTo>
                    <a:pt x="0" y="205"/>
                  </a:lnTo>
                  <a:lnTo>
                    <a:pt x="19" y="22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46"/>
            <p:cNvSpPr/>
            <p:nvPr/>
          </p:nvSpPr>
          <p:spPr>
            <a:xfrm>
              <a:off x="6063750" y="2058375"/>
              <a:ext cx="500" cy="6550"/>
            </a:xfrm>
            <a:custGeom>
              <a:avLst/>
              <a:gdLst/>
              <a:ahLst/>
              <a:cxnLst/>
              <a:rect l="l" t="t" r="r" b="b"/>
              <a:pathLst>
                <a:path w="20" h="262" extrusionOk="0">
                  <a:moveTo>
                    <a:pt x="19" y="1"/>
                  </a:moveTo>
                  <a:lnTo>
                    <a:pt x="1" y="19"/>
                  </a:lnTo>
                  <a:lnTo>
                    <a:pt x="1" y="242"/>
                  </a:lnTo>
                  <a:lnTo>
                    <a:pt x="19" y="26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46"/>
            <p:cNvSpPr/>
            <p:nvPr/>
          </p:nvSpPr>
          <p:spPr>
            <a:xfrm>
              <a:off x="6064225" y="2057900"/>
              <a:ext cx="475" cy="7475"/>
            </a:xfrm>
            <a:custGeom>
              <a:avLst/>
              <a:gdLst/>
              <a:ahLst/>
              <a:cxnLst/>
              <a:rect l="l" t="t" r="r" b="b"/>
              <a:pathLst>
                <a:path w="19" h="299" extrusionOk="0">
                  <a:moveTo>
                    <a:pt x="19" y="1"/>
                  </a:moveTo>
                  <a:lnTo>
                    <a:pt x="0" y="20"/>
                  </a:lnTo>
                  <a:lnTo>
                    <a:pt x="0" y="280"/>
                  </a:lnTo>
                  <a:lnTo>
                    <a:pt x="19" y="29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46"/>
            <p:cNvSpPr/>
            <p:nvPr/>
          </p:nvSpPr>
          <p:spPr>
            <a:xfrm>
              <a:off x="6064675" y="2057450"/>
              <a:ext cx="500" cy="8850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9" y="0"/>
                  </a:moveTo>
                  <a:lnTo>
                    <a:pt x="1" y="19"/>
                  </a:lnTo>
                  <a:lnTo>
                    <a:pt x="1" y="317"/>
                  </a:lnTo>
                  <a:lnTo>
                    <a:pt x="19" y="35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46"/>
            <p:cNvSpPr/>
            <p:nvPr/>
          </p:nvSpPr>
          <p:spPr>
            <a:xfrm>
              <a:off x="6065150" y="2056975"/>
              <a:ext cx="950" cy="9800"/>
            </a:xfrm>
            <a:custGeom>
              <a:avLst/>
              <a:gdLst/>
              <a:ahLst/>
              <a:cxnLst/>
              <a:rect l="l" t="t" r="r" b="b"/>
              <a:pathLst>
                <a:path w="38" h="392" extrusionOk="0">
                  <a:moveTo>
                    <a:pt x="38" y="1"/>
                  </a:moveTo>
                  <a:lnTo>
                    <a:pt x="0" y="19"/>
                  </a:lnTo>
                  <a:lnTo>
                    <a:pt x="0" y="373"/>
                  </a:lnTo>
                  <a:lnTo>
                    <a:pt x="38" y="392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46"/>
            <p:cNvSpPr/>
            <p:nvPr/>
          </p:nvSpPr>
          <p:spPr>
            <a:xfrm>
              <a:off x="6066075" y="2056525"/>
              <a:ext cx="500" cy="10725"/>
            </a:xfrm>
            <a:custGeom>
              <a:avLst/>
              <a:gdLst/>
              <a:ahLst/>
              <a:cxnLst/>
              <a:rect l="l" t="t" r="r" b="b"/>
              <a:pathLst>
                <a:path w="20" h="429" extrusionOk="0">
                  <a:moveTo>
                    <a:pt x="19" y="0"/>
                  </a:moveTo>
                  <a:lnTo>
                    <a:pt x="1" y="19"/>
                  </a:lnTo>
                  <a:lnTo>
                    <a:pt x="1" y="410"/>
                  </a:lnTo>
                  <a:lnTo>
                    <a:pt x="19" y="42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46"/>
            <p:cNvSpPr/>
            <p:nvPr/>
          </p:nvSpPr>
          <p:spPr>
            <a:xfrm>
              <a:off x="6066550" y="2055575"/>
              <a:ext cx="475" cy="12125"/>
            </a:xfrm>
            <a:custGeom>
              <a:avLst/>
              <a:gdLst/>
              <a:ahLst/>
              <a:cxnLst/>
              <a:rect l="l" t="t" r="r" b="b"/>
              <a:pathLst>
                <a:path w="19" h="485" extrusionOk="0">
                  <a:moveTo>
                    <a:pt x="19" y="1"/>
                  </a:moveTo>
                  <a:lnTo>
                    <a:pt x="0" y="38"/>
                  </a:lnTo>
                  <a:lnTo>
                    <a:pt x="0" y="466"/>
                  </a:lnTo>
                  <a:lnTo>
                    <a:pt x="19" y="48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46"/>
            <p:cNvSpPr/>
            <p:nvPr/>
          </p:nvSpPr>
          <p:spPr>
            <a:xfrm>
              <a:off x="6067000" y="2055125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20" y="0"/>
                  </a:moveTo>
                  <a:lnTo>
                    <a:pt x="1" y="19"/>
                  </a:lnTo>
                  <a:lnTo>
                    <a:pt x="1" y="503"/>
                  </a:lnTo>
                  <a:lnTo>
                    <a:pt x="20" y="521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46"/>
            <p:cNvSpPr/>
            <p:nvPr/>
          </p:nvSpPr>
          <p:spPr>
            <a:xfrm>
              <a:off x="6067475" y="2054650"/>
              <a:ext cx="500" cy="13975"/>
            </a:xfrm>
            <a:custGeom>
              <a:avLst/>
              <a:gdLst/>
              <a:ahLst/>
              <a:cxnLst/>
              <a:rect l="l" t="t" r="r" b="b"/>
              <a:pathLst>
                <a:path w="20" h="559" extrusionOk="0">
                  <a:moveTo>
                    <a:pt x="19" y="1"/>
                  </a:moveTo>
                  <a:lnTo>
                    <a:pt x="1" y="19"/>
                  </a:lnTo>
                  <a:lnTo>
                    <a:pt x="1" y="540"/>
                  </a:lnTo>
                  <a:lnTo>
                    <a:pt x="19" y="55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46"/>
            <p:cNvSpPr/>
            <p:nvPr/>
          </p:nvSpPr>
          <p:spPr>
            <a:xfrm>
              <a:off x="6067950" y="2054200"/>
              <a:ext cx="475" cy="15375"/>
            </a:xfrm>
            <a:custGeom>
              <a:avLst/>
              <a:gdLst/>
              <a:ahLst/>
              <a:cxnLst/>
              <a:rect l="l" t="t" r="r" b="b"/>
              <a:pathLst>
                <a:path w="19" h="615" extrusionOk="0">
                  <a:moveTo>
                    <a:pt x="19" y="0"/>
                  </a:moveTo>
                  <a:lnTo>
                    <a:pt x="0" y="19"/>
                  </a:lnTo>
                  <a:lnTo>
                    <a:pt x="0" y="577"/>
                  </a:lnTo>
                  <a:lnTo>
                    <a:pt x="19" y="61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46"/>
            <p:cNvSpPr/>
            <p:nvPr/>
          </p:nvSpPr>
          <p:spPr>
            <a:xfrm>
              <a:off x="6068400" y="2053725"/>
              <a:ext cx="950" cy="16300"/>
            </a:xfrm>
            <a:custGeom>
              <a:avLst/>
              <a:gdLst/>
              <a:ahLst/>
              <a:cxnLst/>
              <a:rect l="l" t="t" r="r" b="b"/>
              <a:pathLst>
                <a:path w="38" h="652" extrusionOk="0">
                  <a:moveTo>
                    <a:pt x="38" y="0"/>
                  </a:moveTo>
                  <a:lnTo>
                    <a:pt x="1" y="19"/>
                  </a:lnTo>
                  <a:lnTo>
                    <a:pt x="1" y="633"/>
                  </a:lnTo>
                  <a:lnTo>
                    <a:pt x="38" y="652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46"/>
            <p:cNvSpPr/>
            <p:nvPr/>
          </p:nvSpPr>
          <p:spPr>
            <a:xfrm>
              <a:off x="6069325" y="2053250"/>
              <a:ext cx="500" cy="17250"/>
            </a:xfrm>
            <a:custGeom>
              <a:avLst/>
              <a:gdLst/>
              <a:ahLst/>
              <a:cxnLst/>
              <a:rect l="l" t="t" r="r" b="b"/>
              <a:pathLst>
                <a:path w="20" h="690" extrusionOk="0">
                  <a:moveTo>
                    <a:pt x="20" y="1"/>
                  </a:moveTo>
                  <a:lnTo>
                    <a:pt x="1" y="19"/>
                  </a:lnTo>
                  <a:lnTo>
                    <a:pt x="1" y="671"/>
                  </a:lnTo>
                  <a:lnTo>
                    <a:pt x="20" y="689"/>
                  </a:lnTo>
                  <a:lnTo>
                    <a:pt x="2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46"/>
            <p:cNvSpPr/>
            <p:nvPr/>
          </p:nvSpPr>
          <p:spPr>
            <a:xfrm>
              <a:off x="6069800" y="2052325"/>
              <a:ext cx="500" cy="18650"/>
            </a:xfrm>
            <a:custGeom>
              <a:avLst/>
              <a:gdLst/>
              <a:ahLst/>
              <a:cxnLst/>
              <a:rect l="l" t="t" r="r" b="b"/>
              <a:pathLst>
                <a:path w="20" h="746" extrusionOk="0">
                  <a:moveTo>
                    <a:pt x="19" y="1"/>
                  </a:moveTo>
                  <a:lnTo>
                    <a:pt x="1" y="38"/>
                  </a:lnTo>
                  <a:lnTo>
                    <a:pt x="1" y="726"/>
                  </a:lnTo>
                  <a:lnTo>
                    <a:pt x="19" y="74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46"/>
            <p:cNvSpPr/>
            <p:nvPr/>
          </p:nvSpPr>
          <p:spPr>
            <a:xfrm>
              <a:off x="6070275" y="2051875"/>
              <a:ext cx="475" cy="19550"/>
            </a:xfrm>
            <a:custGeom>
              <a:avLst/>
              <a:gdLst/>
              <a:ahLst/>
              <a:cxnLst/>
              <a:rect l="l" t="t" r="r" b="b"/>
              <a:pathLst>
                <a:path w="19" h="782" extrusionOk="0">
                  <a:moveTo>
                    <a:pt x="19" y="0"/>
                  </a:moveTo>
                  <a:lnTo>
                    <a:pt x="0" y="19"/>
                  </a:lnTo>
                  <a:lnTo>
                    <a:pt x="0" y="763"/>
                  </a:lnTo>
                  <a:lnTo>
                    <a:pt x="19" y="78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46"/>
            <p:cNvSpPr/>
            <p:nvPr/>
          </p:nvSpPr>
          <p:spPr>
            <a:xfrm>
              <a:off x="6070725" y="2051400"/>
              <a:ext cx="500" cy="20500"/>
            </a:xfrm>
            <a:custGeom>
              <a:avLst/>
              <a:gdLst/>
              <a:ahLst/>
              <a:cxnLst/>
              <a:rect l="l" t="t" r="r" b="b"/>
              <a:pathLst>
                <a:path w="20" h="820" extrusionOk="0">
                  <a:moveTo>
                    <a:pt x="19" y="0"/>
                  </a:moveTo>
                  <a:lnTo>
                    <a:pt x="1" y="19"/>
                  </a:lnTo>
                  <a:lnTo>
                    <a:pt x="1" y="801"/>
                  </a:lnTo>
                  <a:lnTo>
                    <a:pt x="19" y="819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46"/>
            <p:cNvSpPr/>
            <p:nvPr/>
          </p:nvSpPr>
          <p:spPr>
            <a:xfrm>
              <a:off x="6071200" y="2050925"/>
              <a:ext cx="500" cy="21900"/>
            </a:xfrm>
            <a:custGeom>
              <a:avLst/>
              <a:gdLst/>
              <a:ahLst/>
              <a:cxnLst/>
              <a:rect l="l" t="t" r="r" b="b"/>
              <a:pathLst>
                <a:path w="20" h="876" extrusionOk="0">
                  <a:moveTo>
                    <a:pt x="19" y="1"/>
                  </a:moveTo>
                  <a:lnTo>
                    <a:pt x="0" y="19"/>
                  </a:lnTo>
                  <a:lnTo>
                    <a:pt x="0" y="838"/>
                  </a:lnTo>
                  <a:lnTo>
                    <a:pt x="19" y="87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46"/>
            <p:cNvSpPr/>
            <p:nvPr/>
          </p:nvSpPr>
          <p:spPr>
            <a:xfrm>
              <a:off x="6071675" y="2050475"/>
              <a:ext cx="950" cy="22825"/>
            </a:xfrm>
            <a:custGeom>
              <a:avLst/>
              <a:gdLst/>
              <a:ahLst/>
              <a:cxnLst/>
              <a:rect l="l" t="t" r="r" b="b"/>
              <a:pathLst>
                <a:path w="38" h="913" extrusionOk="0">
                  <a:moveTo>
                    <a:pt x="37" y="0"/>
                  </a:moveTo>
                  <a:lnTo>
                    <a:pt x="0" y="19"/>
                  </a:lnTo>
                  <a:lnTo>
                    <a:pt x="0" y="893"/>
                  </a:lnTo>
                  <a:lnTo>
                    <a:pt x="37" y="912"/>
                  </a:lnTo>
                  <a:lnTo>
                    <a:pt x="37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46"/>
            <p:cNvSpPr/>
            <p:nvPr/>
          </p:nvSpPr>
          <p:spPr>
            <a:xfrm>
              <a:off x="6072600" y="2050000"/>
              <a:ext cx="475" cy="23750"/>
            </a:xfrm>
            <a:custGeom>
              <a:avLst/>
              <a:gdLst/>
              <a:ahLst/>
              <a:cxnLst/>
              <a:rect l="l" t="t" r="r" b="b"/>
              <a:pathLst>
                <a:path w="19" h="950" extrusionOk="0">
                  <a:moveTo>
                    <a:pt x="19" y="1"/>
                  </a:moveTo>
                  <a:lnTo>
                    <a:pt x="0" y="19"/>
                  </a:lnTo>
                  <a:lnTo>
                    <a:pt x="0" y="931"/>
                  </a:lnTo>
                  <a:lnTo>
                    <a:pt x="19" y="950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46"/>
            <p:cNvSpPr/>
            <p:nvPr/>
          </p:nvSpPr>
          <p:spPr>
            <a:xfrm>
              <a:off x="6073050" y="2049075"/>
              <a:ext cx="500" cy="25150"/>
            </a:xfrm>
            <a:custGeom>
              <a:avLst/>
              <a:gdLst/>
              <a:ahLst/>
              <a:cxnLst/>
              <a:rect l="l" t="t" r="r" b="b"/>
              <a:pathLst>
                <a:path w="20" h="1006" extrusionOk="0">
                  <a:moveTo>
                    <a:pt x="19" y="0"/>
                  </a:moveTo>
                  <a:lnTo>
                    <a:pt x="1" y="38"/>
                  </a:lnTo>
                  <a:lnTo>
                    <a:pt x="1" y="987"/>
                  </a:lnTo>
                  <a:lnTo>
                    <a:pt x="19" y="1005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46"/>
            <p:cNvSpPr/>
            <p:nvPr/>
          </p:nvSpPr>
          <p:spPr>
            <a:xfrm>
              <a:off x="6073525" y="2048600"/>
              <a:ext cx="500" cy="26075"/>
            </a:xfrm>
            <a:custGeom>
              <a:avLst/>
              <a:gdLst/>
              <a:ahLst/>
              <a:cxnLst/>
              <a:rect l="l" t="t" r="r" b="b"/>
              <a:pathLst>
                <a:path w="20" h="1043" extrusionOk="0">
                  <a:moveTo>
                    <a:pt x="19" y="1"/>
                  </a:moveTo>
                  <a:lnTo>
                    <a:pt x="0" y="19"/>
                  </a:lnTo>
                  <a:lnTo>
                    <a:pt x="0" y="1024"/>
                  </a:lnTo>
                  <a:lnTo>
                    <a:pt x="19" y="1043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46"/>
            <p:cNvSpPr/>
            <p:nvPr/>
          </p:nvSpPr>
          <p:spPr>
            <a:xfrm>
              <a:off x="6074000" y="2048150"/>
              <a:ext cx="475" cy="27000"/>
            </a:xfrm>
            <a:custGeom>
              <a:avLst/>
              <a:gdLst/>
              <a:ahLst/>
              <a:cxnLst/>
              <a:rect l="l" t="t" r="r" b="b"/>
              <a:pathLst>
                <a:path w="19" h="1080" extrusionOk="0">
                  <a:moveTo>
                    <a:pt x="19" y="0"/>
                  </a:moveTo>
                  <a:lnTo>
                    <a:pt x="0" y="19"/>
                  </a:lnTo>
                  <a:lnTo>
                    <a:pt x="0" y="1061"/>
                  </a:lnTo>
                  <a:lnTo>
                    <a:pt x="19" y="108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46"/>
            <p:cNvSpPr/>
            <p:nvPr/>
          </p:nvSpPr>
          <p:spPr>
            <a:xfrm>
              <a:off x="6074450" y="2047675"/>
              <a:ext cx="500" cy="28400"/>
            </a:xfrm>
            <a:custGeom>
              <a:avLst/>
              <a:gdLst/>
              <a:ahLst/>
              <a:cxnLst/>
              <a:rect l="l" t="t" r="r" b="b"/>
              <a:pathLst>
                <a:path w="20" h="1136" extrusionOk="0">
                  <a:moveTo>
                    <a:pt x="19" y="1"/>
                  </a:moveTo>
                  <a:lnTo>
                    <a:pt x="1" y="19"/>
                  </a:lnTo>
                  <a:lnTo>
                    <a:pt x="1" y="1099"/>
                  </a:lnTo>
                  <a:lnTo>
                    <a:pt x="19" y="113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46"/>
            <p:cNvSpPr/>
            <p:nvPr/>
          </p:nvSpPr>
          <p:spPr>
            <a:xfrm>
              <a:off x="6074925" y="2047200"/>
              <a:ext cx="950" cy="29350"/>
            </a:xfrm>
            <a:custGeom>
              <a:avLst/>
              <a:gdLst/>
              <a:ahLst/>
              <a:cxnLst/>
              <a:rect l="l" t="t" r="r" b="b"/>
              <a:pathLst>
                <a:path w="38" h="1174" extrusionOk="0">
                  <a:moveTo>
                    <a:pt x="38" y="1"/>
                  </a:moveTo>
                  <a:lnTo>
                    <a:pt x="0" y="20"/>
                  </a:lnTo>
                  <a:lnTo>
                    <a:pt x="0" y="1155"/>
                  </a:lnTo>
                  <a:lnTo>
                    <a:pt x="38" y="1173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46"/>
            <p:cNvSpPr/>
            <p:nvPr/>
          </p:nvSpPr>
          <p:spPr>
            <a:xfrm>
              <a:off x="6075850" y="2046750"/>
              <a:ext cx="500" cy="30250"/>
            </a:xfrm>
            <a:custGeom>
              <a:avLst/>
              <a:gdLst/>
              <a:ahLst/>
              <a:cxnLst/>
              <a:rect l="l" t="t" r="r" b="b"/>
              <a:pathLst>
                <a:path w="20" h="1210" extrusionOk="0">
                  <a:moveTo>
                    <a:pt x="19" y="0"/>
                  </a:moveTo>
                  <a:lnTo>
                    <a:pt x="1" y="19"/>
                  </a:lnTo>
                  <a:lnTo>
                    <a:pt x="1" y="1191"/>
                  </a:lnTo>
                  <a:lnTo>
                    <a:pt x="19" y="121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46"/>
            <p:cNvSpPr/>
            <p:nvPr/>
          </p:nvSpPr>
          <p:spPr>
            <a:xfrm>
              <a:off x="6076325" y="2045825"/>
              <a:ext cx="475" cy="31650"/>
            </a:xfrm>
            <a:custGeom>
              <a:avLst/>
              <a:gdLst/>
              <a:ahLst/>
              <a:cxnLst/>
              <a:rect l="l" t="t" r="r" b="b"/>
              <a:pathLst>
                <a:path w="19" h="1266" extrusionOk="0">
                  <a:moveTo>
                    <a:pt x="19" y="0"/>
                  </a:moveTo>
                  <a:lnTo>
                    <a:pt x="0" y="37"/>
                  </a:lnTo>
                  <a:lnTo>
                    <a:pt x="0" y="1247"/>
                  </a:lnTo>
                  <a:lnTo>
                    <a:pt x="19" y="1266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46"/>
            <p:cNvSpPr/>
            <p:nvPr/>
          </p:nvSpPr>
          <p:spPr>
            <a:xfrm>
              <a:off x="6076775" y="2045350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9" y="0"/>
                  </a:moveTo>
                  <a:lnTo>
                    <a:pt x="1" y="19"/>
                  </a:lnTo>
                  <a:lnTo>
                    <a:pt x="1" y="1285"/>
                  </a:lnTo>
                  <a:lnTo>
                    <a:pt x="19" y="130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46"/>
            <p:cNvSpPr/>
            <p:nvPr/>
          </p:nvSpPr>
          <p:spPr>
            <a:xfrm>
              <a:off x="6077250" y="2044875"/>
              <a:ext cx="475" cy="33525"/>
            </a:xfrm>
            <a:custGeom>
              <a:avLst/>
              <a:gdLst/>
              <a:ahLst/>
              <a:cxnLst/>
              <a:rect l="l" t="t" r="r" b="b"/>
              <a:pathLst>
                <a:path w="19" h="1341" extrusionOk="0">
                  <a:moveTo>
                    <a:pt x="19" y="1"/>
                  </a:moveTo>
                  <a:lnTo>
                    <a:pt x="0" y="19"/>
                  </a:lnTo>
                  <a:lnTo>
                    <a:pt x="0" y="1322"/>
                  </a:lnTo>
                  <a:lnTo>
                    <a:pt x="19" y="134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46"/>
            <p:cNvSpPr/>
            <p:nvPr/>
          </p:nvSpPr>
          <p:spPr>
            <a:xfrm>
              <a:off x="6077700" y="2044425"/>
              <a:ext cx="500" cy="34925"/>
            </a:xfrm>
            <a:custGeom>
              <a:avLst/>
              <a:gdLst/>
              <a:ahLst/>
              <a:cxnLst/>
              <a:rect l="l" t="t" r="r" b="b"/>
              <a:pathLst>
                <a:path w="20" h="1397" extrusionOk="0">
                  <a:moveTo>
                    <a:pt x="20" y="0"/>
                  </a:moveTo>
                  <a:lnTo>
                    <a:pt x="1" y="19"/>
                  </a:lnTo>
                  <a:lnTo>
                    <a:pt x="1" y="1359"/>
                  </a:lnTo>
                  <a:lnTo>
                    <a:pt x="20" y="1396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46"/>
            <p:cNvSpPr/>
            <p:nvPr/>
          </p:nvSpPr>
          <p:spPr>
            <a:xfrm>
              <a:off x="6078175" y="2043950"/>
              <a:ext cx="950" cy="35850"/>
            </a:xfrm>
            <a:custGeom>
              <a:avLst/>
              <a:gdLst/>
              <a:ahLst/>
              <a:cxnLst/>
              <a:rect l="l" t="t" r="r" b="b"/>
              <a:pathLst>
                <a:path w="38" h="1434" extrusionOk="0">
                  <a:moveTo>
                    <a:pt x="38" y="1"/>
                  </a:moveTo>
                  <a:lnTo>
                    <a:pt x="1" y="19"/>
                  </a:lnTo>
                  <a:lnTo>
                    <a:pt x="1" y="1415"/>
                  </a:lnTo>
                  <a:lnTo>
                    <a:pt x="38" y="1434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46"/>
            <p:cNvSpPr/>
            <p:nvPr/>
          </p:nvSpPr>
          <p:spPr>
            <a:xfrm>
              <a:off x="6079100" y="2043500"/>
              <a:ext cx="500" cy="36775"/>
            </a:xfrm>
            <a:custGeom>
              <a:avLst/>
              <a:gdLst/>
              <a:ahLst/>
              <a:cxnLst/>
              <a:rect l="l" t="t" r="r" b="b"/>
              <a:pathLst>
                <a:path w="20" h="1471" extrusionOk="0">
                  <a:moveTo>
                    <a:pt x="19" y="0"/>
                  </a:moveTo>
                  <a:lnTo>
                    <a:pt x="1" y="19"/>
                  </a:lnTo>
                  <a:lnTo>
                    <a:pt x="1" y="1452"/>
                  </a:lnTo>
                  <a:lnTo>
                    <a:pt x="19" y="147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46"/>
            <p:cNvSpPr/>
            <p:nvPr/>
          </p:nvSpPr>
          <p:spPr>
            <a:xfrm>
              <a:off x="6079575" y="2042550"/>
              <a:ext cx="500" cy="38175"/>
            </a:xfrm>
            <a:custGeom>
              <a:avLst/>
              <a:gdLst/>
              <a:ahLst/>
              <a:cxnLst/>
              <a:rect l="l" t="t" r="r" b="b"/>
              <a:pathLst>
                <a:path w="20" h="1527" extrusionOk="0">
                  <a:moveTo>
                    <a:pt x="19" y="1"/>
                  </a:moveTo>
                  <a:lnTo>
                    <a:pt x="0" y="38"/>
                  </a:lnTo>
                  <a:lnTo>
                    <a:pt x="0" y="1508"/>
                  </a:lnTo>
                  <a:lnTo>
                    <a:pt x="19" y="152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46"/>
            <p:cNvSpPr/>
            <p:nvPr/>
          </p:nvSpPr>
          <p:spPr>
            <a:xfrm>
              <a:off x="6080050" y="2042100"/>
              <a:ext cx="475" cy="39100"/>
            </a:xfrm>
            <a:custGeom>
              <a:avLst/>
              <a:gdLst/>
              <a:ahLst/>
              <a:cxnLst/>
              <a:rect l="l" t="t" r="r" b="b"/>
              <a:pathLst>
                <a:path w="19" h="1564" extrusionOk="0">
                  <a:moveTo>
                    <a:pt x="19" y="0"/>
                  </a:moveTo>
                  <a:lnTo>
                    <a:pt x="0" y="19"/>
                  </a:lnTo>
                  <a:lnTo>
                    <a:pt x="0" y="1545"/>
                  </a:lnTo>
                  <a:lnTo>
                    <a:pt x="19" y="156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46"/>
            <p:cNvSpPr/>
            <p:nvPr/>
          </p:nvSpPr>
          <p:spPr>
            <a:xfrm>
              <a:off x="6080500" y="2041625"/>
              <a:ext cx="500" cy="40050"/>
            </a:xfrm>
            <a:custGeom>
              <a:avLst/>
              <a:gdLst/>
              <a:ahLst/>
              <a:cxnLst/>
              <a:rect l="l" t="t" r="r" b="b"/>
              <a:pathLst>
                <a:path w="20" h="1602" extrusionOk="0">
                  <a:moveTo>
                    <a:pt x="19" y="1"/>
                  </a:moveTo>
                  <a:lnTo>
                    <a:pt x="1" y="19"/>
                  </a:lnTo>
                  <a:lnTo>
                    <a:pt x="1" y="1582"/>
                  </a:lnTo>
                  <a:lnTo>
                    <a:pt x="19" y="160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46"/>
            <p:cNvSpPr/>
            <p:nvPr/>
          </p:nvSpPr>
          <p:spPr>
            <a:xfrm>
              <a:off x="6080975" y="2041150"/>
              <a:ext cx="475" cy="41450"/>
            </a:xfrm>
            <a:custGeom>
              <a:avLst/>
              <a:gdLst/>
              <a:ahLst/>
              <a:cxnLst/>
              <a:rect l="l" t="t" r="r" b="b"/>
              <a:pathLst>
                <a:path w="19" h="1658" extrusionOk="0">
                  <a:moveTo>
                    <a:pt x="19" y="1"/>
                  </a:moveTo>
                  <a:lnTo>
                    <a:pt x="0" y="20"/>
                  </a:lnTo>
                  <a:lnTo>
                    <a:pt x="0" y="1620"/>
                  </a:lnTo>
                  <a:lnTo>
                    <a:pt x="19" y="165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46"/>
            <p:cNvSpPr/>
            <p:nvPr/>
          </p:nvSpPr>
          <p:spPr>
            <a:xfrm>
              <a:off x="6081425" y="2040700"/>
              <a:ext cx="975" cy="42350"/>
            </a:xfrm>
            <a:custGeom>
              <a:avLst/>
              <a:gdLst/>
              <a:ahLst/>
              <a:cxnLst/>
              <a:rect l="l" t="t" r="r" b="b"/>
              <a:pathLst>
                <a:path w="39" h="1694" extrusionOk="0">
                  <a:moveTo>
                    <a:pt x="38" y="0"/>
                  </a:moveTo>
                  <a:lnTo>
                    <a:pt x="1" y="19"/>
                  </a:lnTo>
                  <a:lnTo>
                    <a:pt x="1" y="1675"/>
                  </a:lnTo>
                  <a:lnTo>
                    <a:pt x="38" y="1694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46"/>
            <p:cNvSpPr/>
            <p:nvPr/>
          </p:nvSpPr>
          <p:spPr>
            <a:xfrm>
              <a:off x="6082375" y="2040225"/>
              <a:ext cx="475" cy="43300"/>
            </a:xfrm>
            <a:custGeom>
              <a:avLst/>
              <a:gdLst/>
              <a:ahLst/>
              <a:cxnLst/>
              <a:rect l="l" t="t" r="r" b="b"/>
              <a:pathLst>
                <a:path w="19" h="1732" extrusionOk="0">
                  <a:moveTo>
                    <a:pt x="19" y="1"/>
                  </a:moveTo>
                  <a:lnTo>
                    <a:pt x="0" y="19"/>
                  </a:lnTo>
                  <a:lnTo>
                    <a:pt x="0" y="1713"/>
                  </a:lnTo>
                  <a:lnTo>
                    <a:pt x="19" y="1732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46"/>
            <p:cNvSpPr/>
            <p:nvPr/>
          </p:nvSpPr>
          <p:spPr>
            <a:xfrm>
              <a:off x="6082825" y="2039300"/>
              <a:ext cx="500" cy="44700"/>
            </a:xfrm>
            <a:custGeom>
              <a:avLst/>
              <a:gdLst/>
              <a:ahLst/>
              <a:cxnLst/>
              <a:rect l="l" t="t" r="r" b="b"/>
              <a:pathLst>
                <a:path w="20" h="1788" extrusionOk="0">
                  <a:moveTo>
                    <a:pt x="19" y="1"/>
                  </a:moveTo>
                  <a:lnTo>
                    <a:pt x="1" y="38"/>
                  </a:lnTo>
                  <a:lnTo>
                    <a:pt x="1" y="1769"/>
                  </a:lnTo>
                  <a:lnTo>
                    <a:pt x="19" y="178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46"/>
            <p:cNvSpPr/>
            <p:nvPr/>
          </p:nvSpPr>
          <p:spPr>
            <a:xfrm>
              <a:off x="6083300" y="2038825"/>
              <a:ext cx="475" cy="45625"/>
            </a:xfrm>
            <a:custGeom>
              <a:avLst/>
              <a:gdLst/>
              <a:ahLst/>
              <a:cxnLst/>
              <a:rect l="l" t="t" r="r" b="b"/>
              <a:pathLst>
                <a:path w="19" h="1825" extrusionOk="0">
                  <a:moveTo>
                    <a:pt x="19" y="1"/>
                  </a:moveTo>
                  <a:lnTo>
                    <a:pt x="0" y="20"/>
                  </a:lnTo>
                  <a:lnTo>
                    <a:pt x="0" y="1806"/>
                  </a:lnTo>
                  <a:lnTo>
                    <a:pt x="19" y="182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46"/>
            <p:cNvSpPr/>
            <p:nvPr/>
          </p:nvSpPr>
          <p:spPr>
            <a:xfrm>
              <a:off x="6083750" y="2038375"/>
              <a:ext cx="500" cy="46550"/>
            </a:xfrm>
            <a:custGeom>
              <a:avLst/>
              <a:gdLst/>
              <a:ahLst/>
              <a:cxnLst/>
              <a:rect l="l" t="t" r="r" b="b"/>
              <a:pathLst>
                <a:path w="20" h="1862" extrusionOk="0">
                  <a:moveTo>
                    <a:pt x="20" y="0"/>
                  </a:moveTo>
                  <a:lnTo>
                    <a:pt x="1" y="19"/>
                  </a:lnTo>
                  <a:lnTo>
                    <a:pt x="1" y="1843"/>
                  </a:lnTo>
                  <a:lnTo>
                    <a:pt x="20" y="1861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46"/>
            <p:cNvSpPr/>
            <p:nvPr/>
          </p:nvSpPr>
          <p:spPr>
            <a:xfrm>
              <a:off x="6084225" y="2037900"/>
              <a:ext cx="500" cy="47950"/>
            </a:xfrm>
            <a:custGeom>
              <a:avLst/>
              <a:gdLst/>
              <a:ahLst/>
              <a:cxnLst/>
              <a:rect l="l" t="t" r="r" b="b"/>
              <a:pathLst>
                <a:path w="20" h="1918" extrusionOk="0">
                  <a:moveTo>
                    <a:pt x="19" y="1"/>
                  </a:moveTo>
                  <a:lnTo>
                    <a:pt x="1" y="19"/>
                  </a:lnTo>
                  <a:lnTo>
                    <a:pt x="1" y="1880"/>
                  </a:lnTo>
                  <a:lnTo>
                    <a:pt x="19" y="191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46"/>
            <p:cNvSpPr/>
            <p:nvPr/>
          </p:nvSpPr>
          <p:spPr>
            <a:xfrm>
              <a:off x="6084700" y="2037450"/>
              <a:ext cx="950" cy="48875"/>
            </a:xfrm>
            <a:custGeom>
              <a:avLst/>
              <a:gdLst/>
              <a:ahLst/>
              <a:cxnLst/>
              <a:rect l="l" t="t" r="r" b="b"/>
              <a:pathLst>
                <a:path w="38" h="1955" extrusionOk="0">
                  <a:moveTo>
                    <a:pt x="37" y="0"/>
                  </a:moveTo>
                  <a:lnTo>
                    <a:pt x="0" y="19"/>
                  </a:lnTo>
                  <a:lnTo>
                    <a:pt x="0" y="1936"/>
                  </a:lnTo>
                  <a:lnTo>
                    <a:pt x="37" y="1954"/>
                  </a:lnTo>
                  <a:lnTo>
                    <a:pt x="37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46"/>
            <p:cNvSpPr/>
            <p:nvPr/>
          </p:nvSpPr>
          <p:spPr>
            <a:xfrm>
              <a:off x="6085625" y="2036975"/>
              <a:ext cx="475" cy="49800"/>
            </a:xfrm>
            <a:custGeom>
              <a:avLst/>
              <a:gdLst/>
              <a:ahLst/>
              <a:cxnLst/>
              <a:rect l="l" t="t" r="r" b="b"/>
              <a:pathLst>
                <a:path w="19" h="1992" extrusionOk="0">
                  <a:moveTo>
                    <a:pt x="19" y="0"/>
                  </a:moveTo>
                  <a:lnTo>
                    <a:pt x="0" y="19"/>
                  </a:lnTo>
                  <a:lnTo>
                    <a:pt x="0" y="1973"/>
                  </a:lnTo>
                  <a:lnTo>
                    <a:pt x="19" y="199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46"/>
            <p:cNvSpPr/>
            <p:nvPr/>
          </p:nvSpPr>
          <p:spPr>
            <a:xfrm>
              <a:off x="6086075" y="2036050"/>
              <a:ext cx="500" cy="51200"/>
            </a:xfrm>
            <a:custGeom>
              <a:avLst/>
              <a:gdLst/>
              <a:ahLst/>
              <a:cxnLst/>
              <a:rect l="l" t="t" r="r" b="b"/>
              <a:pathLst>
                <a:path w="20" h="2048" extrusionOk="0">
                  <a:moveTo>
                    <a:pt x="20" y="0"/>
                  </a:moveTo>
                  <a:lnTo>
                    <a:pt x="1" y="37"/>
                  </a:lnTo>
                  <a:lnTo>
                    <a:pt x="1" y="2029"/>
                  </a:lnTo>
                  <a:lnTo>
                    <a:pt x="20" y="2047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46"/>
            <p:cNvSpPr/>
            <p:nvPr/>
          </p:nvSpPr>
          <p:spPr>
            <a:xfrm>
              <a:off x="6086550" y="2035575"/>
              <a:ext cx="500" cy="52150"/>
            </a:xfrm>
            <a:custGeom>
              <a:avLst/>
              <a:gdLst/>
              <a:ahLst/>
              <a:cxnLst/>
              <a:rect l="l" t="t" r="r" b="b"/>
              <a:pathLst>
                <a:path w="20" h="2086" extrusionOk="0">
                  <a:moveTo>
                    <a:pt x="19" y="1"/>
                  </a:moveTo>
                  <a:lnTo>
                    <a:pt x="1" y="19"/>
                  </a:lnTo>
                  <a:lnTo>
                    <a:pt x="1" y="2066"/>
                  </a:lnTo>
                  <a:lnTo>
                    <a:pt x="19" y="208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46"/>
            <p:cNvSpPr/>
            <p:nvPr/>
          </p:nvSpPr>
          <p:spPr>
            <a:xfrm>
              <a:off x="6087025" y="2035125"/>
              <a:ext cx="475" cy="53050"/>
            </a:xfrm>
            <a:custGeom>
              <a:avLst/>
              <a:gdLst/>
              <a:ahLst/>
              <a:cxnLst/>
              <a:rect l="l" t="t" r="r" b="b"/>
              <a:pathLst>
                <a:path w="19" h="2122" extrusionOk="0">
                  <a:moveTo>
                    <a:pt x="19" y="0"/>
                  </a:moveTo>
                  <a:lnTo>
                    <a:pt x="0" y="19"/>
                  </a:lnTo>
                  <a:lnTo>
                    <a:pt x="0" y="2103"/>
                  </a:lnTo>
                  <a:lnTo>
                    <a:pt x="19" y="212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46"/>
            <p:cNvSpPr/>
            <p:nvPr/>
          </p:nvSpPr>
          <p:spPr>
            <a:xfrm>
              <a:off x="6087475" y="2034650"/>
              <a:ext cx="500" cy="54450"/>
            </a:xfrm>
            <a:custGeom>
              <a:avLst/>
              <a:gdLst/>
              <a:ahLst/>
              <a:cxnLst/>
              <a:rect l="l" t="t" r="r" b="b"/>
              <a:pathLst>
                <a:path w="20" h="2178" extrusionOk="0">
                  <a:moveTo>
                    <a:pt x="19" y="0"/>
                  </a:moveTo>
                  <a:lnTo>
                    <a:pt x="1" y="19"/>
                  </a:lnTo>
                  <a:lnTo>
                    <a:pt x="1" y="2141"/>
                  </a:lnTo>
                  <a:lnTo>
                    <a:pt x="19" y="217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46"/>
            <p:cNvSpPr/>
            <p:nvPr/>
          </p:nvSpPr>
          <p:spPr>
            <a:xfrm>
              <a:off x="6087950" y="2034175"/>
              <a:ext cx="950" cy="55400"/>
            </a:xfrm>
            <a:custGeom>
              <a:avLst/>
              <a:gdLst/>
              <a:ahLst/>
              <a:cxnLst/>
              <a:rect l="l" t="t" r="r" b="b"/>
              <a:pathLst>
                <a:path w="38" h="2216" extrusionOk="0">
                  <a:moveTo>
                    <a:pt x="38" y="1"/>
                  </a:moveTo>
                  <a:lnTo>
                    <a:pt x="0" y="19"/>
                  </a:lnTo>
                  <a:lnTo>
                    <a:pt x="0" y="2197"/>
                  </a:lnTo>
                  <a:lnTo>
                    <a:pt x="38" y="2215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46"/>
            <p:cNvSpPr/>
            <p:nvPr/>
          </p:nvSpPr>
          <p:spPr>
            <a:xfrm>
              <a:off x="6088875" y="2033725"/>
              <a:ext cx="500" cy="56325"/>
            </a:xfrm>
            <a:custGeom>
              <a:avLst/>
              <a:gdLst/>
              <a:ahLst/>
              <a:cxnLst/>
              <a:rect l="l" t="t" r="r" b="b"/>
              <a:pathLst>
                <a:path w="20" h="2253" extrusionOk="0">
                  <a:moveTo>
                    <a:pt x="19" y="0"/>
                  </a:moveTo>
                  <a:lnTo>
                    <a:pt x="1" y="19"/>
                  </a:lnTo>
                  <a:lnTo>
                    <a:pt x="1" y="2233"/>
                  </a:lnTo>
                  <a:lnTo>
                    <a:pt x="19" y="225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46"/>
            <p:cNvSpPr/>
            <p:nvPr/>
          </p:nvSpPr>
          <p:spPr>
            <a:xfrm>
              <a:off x="6089350" y="2032775"/>
              <a:ext cx="475" cy="57725"/>
            </a:xfrm>
            <a:custGeom>
              <a:avLst/>
              <a:gdLst/>
              <a:ahLst/>
              <a:cxnLst/>
              <a:rect l="l" t="t" r="r" b="b"/>
              <a:pathLst>
                <a:path w="19" h="2309" extrusionOk="0">
                  <a:moveTo>
                    <a:pt x="19" y="1"/>
                  </a:moveTo>
                  <a:lnTo>
                    <a:pt x="0" y="38"/>
                  </a:lnTo>
                  <a:lnTo>
                    <a:pt x="0" y="2290"/>
                  </a:lnTo>
                  <a:lnTo>
                    <a:pt x="19" y="230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46"/>
            <p:cNvSpPr/>
            <p:nvPr/>
          </p:nvSpPr>
          <p:spPr>
            <a:xfrm>
              <a:off x="6089800" y="2032775"/>
              <a:ext cx="500" cy="58200"/>
            </a:xfrm>
            <a:custGeom>
              <a:avLst/>
              <a:gdLst/>
              <a:ahLst/>
              <a:cxnLst/>
              <a:rect l="l" t="t" r="r" b="b"/>
              <a:pathLst>
                <a:path w="20" h="2328" extrusionOk="0">
                  <a:moveTo>
                    <a:pt x="1" y="1"/>
                  </a:moveTo>
                  <a:lnTo>
                    <a:pt x="1" y="2309"/>
                  </a:lnTo>
                  <a:lnTo>
                    <a:pt x="19" y="2327"/>
                  </a:lnTo>
                  <a:lnTo>
                    <a:pt x="19" y="230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46"/>
            <p:cNvSpPr/>
            <p:nvPr/>
          </p:nvSpPr>
          <p:spPr>
            <a:xfrm>
              <a:off x="6090275" y="2032775"/>
              <a:ext cx="500" cy="57725"/>
            </a:xfrm>
            <a:custGeom>
              <a:avLst/>
              <a:gdLst/>
              <a:ahLst/>
              <a:cxnLst/>
              <a:rect l="l" t="t" r="r" b="b"/>
              <a:pathLst>
                <a:path w="20" h="2309" extrusionOk="0">
                  <a:moveTo>
                    <a:pt x="0" y="1"/>
                  </a:moveTo>
                  <a:lnTo>
                    <a:pt x="0" y="2309"/>
                  </a:lnTo>
                  <a:lnTo>
                    <a:pt x="19" y="229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46"/>
            <p:cNvSpPr/>
            <p:nvPr/>
          </p:nvSpPr>
          <p:spPr>
            <a:xfrm>
              <a:off x="6090750" y="2033250"/>
              <a:ext cx="475" cy="56800"/>
            </a:xfrm>
            <a:custGeom>
              <a:avLst/>
              <a:gdLst/>
              <a:ahLst/>
              <a:cxnLst/>
              <a:rect l="l" t="t" r="r" b="b"/>
              <a:pathLst>
                <a:path w="19" h="2272" extrusionOk="0">
                  <a:moveTo>
                    <a:pt x="0" y="1"/>
                  </a:moveTo>
                  <a:lnTo>
                    <a:pt x="0" y="2271"/>
                  </a:lnTo>
                  <a:lnTo>
                    <a:pt x="19" y="2252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46"/>
            <p:cNvSpPr/>
            <p:nvPr/>
          </p:nvSpPr>
          <p:spPr>
            <a:xfrm>
              <a:off x="6091200" y="2034175"/>
              <a:ext cx="950" cy="55400"/>
            </a:xfrm>
            <a:custGeom>
              <a:avLst/>
              <a:gdLst/>
              <a:ahLst/>
              <a:cxnLst/>
              <a:rect l="l" t="t" r="r" b="b"/>
              <a:pathLst>
                <a:path w="38" h="2216" extrusionOk="0">
                  <a:moveTo>
                    <a:pt x="1" y="1"/>
                  </a:moveTo>
                  <a:lnTo>
                    <a:pt x="1" y="2215"/>
                  </a:lnTo>
                  <a:lnTo>
                    <a:pt x="38" y="2197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46"/>
            <p:cNvSpPr/>
            <p:nvPr/>
          </p:nvSpPr>
          <p:spPr>
            <a:xfrm>
              <a:off x="6092125" y="2034650"/>
              <a:ext cx="500" cy="54450"/>
            </a:xfrm>
            <a:custGeom>
              <a:avLst/>
              <a:gdLst/>
              <a:ahLst/>
              <a:cxnLst/>
              <a:rect l="l" t="t" r="r" b="b"/>
              <a:pathLst>
                <a:path w="20" h="2178" extrusionOk="0">
                  <a:moveTo>
                    <a:pt x="1" y="0"/>
                  </a:moveTo>
                  <a:lnTo>
                    <a:pt x="1" y="2178"/>
                  </a:lnTo>
                  <a:lnTo>
                    <a:pt x="20" y="2141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46"/>
            <p:cNvSpPr/>
            <p:nvPr/>
          </p:nvSpPr>
          <p:spPr>
            <a:xfrm>
              <a:off x="6092600" y="2035125"/>
              <a:ext cx="500" cy="53050"/>
            </a:xfrm>
            <a:custGeom>
              <a:avLst/>
              <a:gdLst/>
              <a:ahLst/>
              <a:cxnLst/>
              <a:rect l="l" t="t" r="r" b="b"/>
              <a:pathLst>
                <a:path w="20" h="2122" extrusionOk="0">
                  <a:moveTo>
                    <a:pt x="1" y="0"/>
                  </a:moveTo>
                  <a:lnTo>
                    <a:pt x="1" y="2122"/>
                  </a:lnTo>
                  <a:lnTo>
                    <a:pt x="19" y="210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46"/>
            <p:cNvSpPr/>
            <p:nvPr/>
          </p:nvSpPr>
          <p:spPr>
            <a:xfrm>
              <a:off x="6093075" y="2035575"/>
              <a:ext cx="475" cy="52150"/>
            </a:xfrm>
            <a:custGeom>
              <a:avLst/>
              <a:gdLst/>
              <a:ahLst/>
              <a:cxnLst/>
              <a:rect l="l" t="t" r="r" b="b"/>
              <a:pathLst>
                <a:path w="19" h="2086" extrusionOk="0">
                  <a:moveTo>
                    <a:pt x="0" y="1"/>
                  </a:moveTo>
                  <a:lnTo>
                    <a:pt x="0" y="2085"/>
                  </a:lnTo>
                  <a:lnTo>
                    <a:pt x="19" y="2066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46"/>
            <p:cNvSpPr/>
            <p:nvPr/>
          </p:nvSpPr>
          <p:spPr>
            <a:xfrm>
              <a:off x="6093525" y="2036050"/>
              <a:ext cx="500" cy="51200"/>
            </a:xfrm>
            <a:custGeom>
              <a:avLst/>
              <a:gdLst/>
              <a:ahLst/>
              <a:cxnLst/>
              <a:rect l="l" t="t" r="r" b="b"/>
              <a:pathLst>
                <a:path w="20" h="2048" extrusionOk="0">
                  <a:moveTo>
                    <a:pt x="1" y="0"/>
                  </a:moveTo>
                  <a:lnTo>
                    <a:pt x="1" y="2047"/>
                  </a:lnTo>
                  <a:lnTo>
                    <a:pt x="19" y="2029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46"/>
            <p:cNvSpPr/>
            <p:nvPr/>
          </p:nvSpPr>
          <p:spPr>
            <a:xfrm>
              <a:off x="6094000" y="2036975"/>
              <a:ext cx="475" cy="49800"/>
            </a:xfrm>
            <a:custGeom>
              <a:avLst/>
              <a:gdLst/>
              <a:ahLst/>
              <a:cxnLst/>
              <a:rect l="l" t="t" r="r" b="b"/>
              <a:pathLst>
                <a:path w="19" h="1992" extrusionOk="0">
                  <a:moveTo>
                    <a:pt x="0" y="0"/>
                  </a:moveTo>
                  <a:lnTo>
                    <a:pt x="0" y="1992"/>
                  </a:lnTo>
                  <a:lnTo>
                    <a:pt x="19" y="1973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46"/>
            <p:cNvSpPr/>
            <p:nvPr/>
          </p:nvSpPr>
          <p:spPr>
            <a:xfrm>
              <a:off x="6094450" y="2037450"/>
              <a:ext cx="975" cy="48875"/>
            </a:xfrm>
            <a:custGeom>
              <a:avLst/>
              <a:gdLst/>
              <a:ahLst/>
              <a:cxnLst/>
              <a:rect l="l" t="t" r="r" b="b"/>
              <a:pathLst>
                <a:path w="39" h="1955" extrusionOk="0">
                  <a:moveTo>
                    <a:pt x="1" y="0"/>
                  </a:moveTo>
                  <a:lnTo>
                    <a:pt x="1" y="1954"/>
                  </a:lnTo>
                  <a:lnTo>
                    <a:pt x="38" y="1936"/>
                  </a:lnTo>
                  <a:lnTo>
                    <a:pt x="38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46"/>
            <p:cNvSpPr/>
            <p:nvPr/>
          </p:nvSpPr>
          <p:spPr>
            <a:xfrm>
              <a:off x="6095400" y="2037900"/>
              <a:ext cx="475" cy="47950"/>
            </a:xfrm>
            <a:custGeom>
              <a:avLst/>
              <a:gdLst/>
              <a:ahLst/>
              <a:cxnLst/>
              <a:rect l="l" t="t" r="r" b="b"/>
              <a:pathLst>
                <a:path w="19" h="1918" extrusionOk="0">
                  <a:moveTo>
                    <a:pt x="0" y="1"/>
                  </a:moveTo>
                  <a:lnTo>
                    <a:pt x="0" y="1918"/>
                  </a:lnTo>
                  <a:lnTo>
                    <a:pt x="19" y="1880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46"/>
            <p:cNvSpPr/>
            <p:nvPr/>
          </p:nvSpPr>
          <p:spPr>
            <a:xfrm>
              <a:off x="6095850" y="2038375"/>
              <a:ext cx="500" cy="46550"/>
            </a:xfrm>
            <a:custGeom>
              <a:avLst/>
              <a:gdLst/>
              <a:ahLst/>
              <a:cxnLst/>
              <a:rect l="l" t="t" r="r" b="b"/>
              <a:pathLst>
                <a:path w="20" h="1862" extrusionOk="0">
                  <a:moveTo>
                    <a:pt x="1" y="0"/>
                  </a:moveTo>
                  <a:lnTo>
                    <a:pt x="1" y="1861"/>
                  </a:lnTo>
                  <a:lnTo>
                    <a:pt x="19" y="184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46"/>
            <p:cNvSpPr/>
            <p:nvPr/>
          </p:nvSpPr>
          <p:spPr>
            <a:xfrm>
              <a:off x="6096325" y="2038825"/>
              <a:ext cx="500" cy="45625"/>
            </a:xfrm>
            <a:custGeom>
              <a:avLst/>
              <a:gdLst/>
              <a:ahLst/>
              <a:cxnLst/>
              <a:rect l="l" t="t" r="r" b="b"/>
              <a:pathLst>
                <a:path w="20" h="1825" extrusionOk="0">
                  <a:moveTo>
                    <a:pt x="0" y="1"/>
                  </a:moveTo>
                  <a:lnTo>
                    <a:pt x="0" y="1825"/>
                  </a:lnTo>
                  <a:lnTo>
                    <a:pt x="19" y="1806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46"/>
            <p:cNvSpPr/>
            <p:nvPr/>
          </p:nvSpPr>
          <p:spPr>
            <a:xfrm>
              <a:off x="6096800" y="2039300"/>
              <a:ext cx="475" cy="44700"/>
            </a:xfrm>
            <a:custGeom>
              <a:avLst/>
              <a:gdLst/>
              <a:ahLst/>
              <a:cxnLst/>
              <a:rect l="l" t="t" r="r" b="b"/>
              <a:pathLst>
                <a:path w="19" h="1788" extrusionOk="0">
                  <a:moveTo>
                    <a:pt x="0" y="1"/>
                  </a:moveTo>
                  <a:lnTo>
                    <a:pt x="0" y="1787"/>
                  </a:lnTo>
                  <a:lnTo>
                    <a:pt x="19" y="1769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46"/>
            <p:cNvSpPr/>
            <p:nvPr/>
          </p:nvSpPr>
          <p:spPr>
            <a:xfrm>
              <a:off x="6097250" y="2040225"/>
              <a:ext cx="500" cy="43300"/>
            </a:xfrm>
            <a:custGeom>
              <a:avLst/>
              <a:gdLst/>
              <a:ahLst/>
              <a:cxnLst/>
              <a:rect l="l" t="t" r="r" b="b"/>
              <a:pathLst>
                <a:path w="20" h="1732" extrusionOk="0">
                  <a:moveTo>
                    <a:pt x="1" y="1"/>
                  </a:moveTo>
                  <a:lnTo>
                    <a:pt x="1" y="1732"/>
                  </a:lnTo>
                  <a:lnTo>
                    <a:pt x="19" y="1713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46"/>
            <p:cNvSpPr/>
            <p:nvPr/>
          </p:nvSpPr>
          <p:spPr>
            <a:xfrm>
              <a:off x="6097725" y="2040700"/>
              <a:ext cx="950" cy="42350"/>
            </a:xfrm>
            <a:custGeom>
              <a:avLst/>
              <a:gdLst/>
              <a:ahLst/>
              <a:cxnLst/>
              <a:rect l="l" t="t" r="r" b="b"/>
              <a:pathLst>
                <a:path w="38" h="1694" extrusionOk="0">
                  <a:moveTo>
                    <a:pt x="0" y="0"/>
                  </a:moveTo>
                  <a:lnTo>
                    <a:pt x="0" y="1694"/>
                  </a:lnTo>
                  <a:lnTo>
                    <a:pt x="37" y="1675"/>
                  </a:lnTo>
                  <a:lnTo>
                    <a:pt x="37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46"/>
            <p:cNvSpPr/>
            <p:nvPr/>
          </p:nvSpPr>
          <p:spPr>
            <a:xfrm>
              <a:off x="6098650" y="2041150"/>
              <a:ext cx="500" cy="41450"/>
            </a:xfrm>
            <a:custGeom>
              <a:avLst/>
              <a:gdLst/>
              <a:ahLst/>
              <a:cxnLst/>
              <a:rect l="l" t="t" r="r" b="b"/>
              <a:pathLst>
                <a:path w="20" h="1658" extrusionOk="0">
                  <a:moveTo>
                    <a:pt x="0" y="1"/>
                  </a:moveTo>
                  <a:lnTo>
                    <a:pt x="0" y="1657"/>
                  </a:lnTo>
                  <a:lnTo>
                    <a:pt x="19" y="162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46"/>
            <p:cNvSpPr/>
            <p:nvPr/>
          </p:nvSpPr>
          <p:spPr>
            <a:xfrm>
              <a:off x="6099125" y="2041625"/>
              <a:ext cx="475" cy="40050"/>
            </a:xfrm>
            <a:custGeom>
              <a:avLst/>
              <a:gdLst/>
              <a:ahLst/>
              <a:cxnLst/>
              <a:rect l="l" t="t" r="r" b="b"/>
              <a:pathLst>
                <a:path w="19" h="1602" extrusionOk="0">
                  <a:moveTo>
                    <a:pt x="0" y="1"/>
                  </a:moveTo>
                  <a:lnTo>
                    <a:pt x="0" y="1601"/>
                  </a:lnTo>
                  <a:lnTo>
                    <a:pt x="19" y="158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46"/>
            <p:cNvSpPr/>
            <p:nvPr/>
          </p:nvSpPr>
          <p:spPr>
            <a:xfrm>
              <a:off x="6099575" y="2042100"/>
              <a:ext cx="500" cy="39100"/>
            </a:xfrm>
            <a:custGeom>
              <a:avLst/>
              <a:gdLst/>
              <a:ahLst/>
              <a:cxnLst/>
              <a:rect l="l" t="t" r="r" b="b"/>
              <a:pathLst>
                <a:path w="20" h="1564" extrusionOk="0">
                  <a:moveTo>
                    <a:pt x="1" y="0"/>
                  </a:moveTo>
                  <a:lnTo>
                    <a:pt x="1" y="1563"/>
                  </a:lnTo>
                  <a:lnTo>
                    <a:pt x="19" y="1545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46"/>
            <p:cNvSpPr/>
            <p:nvPr/>
          </p:nvSpPr>
          <p:spPr>
            <a:xfrm>
              <a:off x="6100050" y="2042550"/>
              <a:ext cx="475" cy="38175"/>
            </a:xfrm>
            <a:custGeom>
              <a:avLst/>
              <a:gdLst/>
              <a:ahLst/>
              <a:cxnLst/>
              <a:rect l="l" t="t" r="r" b="b"/>
              <a:pathLst>
                <a:path w="19" h="1527" extrusionOk="0">
                  <a:moveTo>
                    <a:pt x="0" y="1"/>
                  </a:moveTo>
                  <a:lnTo>
                    <a:pt x="0" y="1527"/>
                  </a:lnTo>
                  <a:lnTo>
                    <a:pt x="19" y="1508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46"/>
            <p:cNvSpPr/>
            <p:nvPr/>
          </p:nvSpPr>
          <p:spPr>
            <a:xfrm>
              <a:off x="6100500" y="2043500"/>
              <a:ext cx="500" cy="36775"/>
            </a:xfrm>
            <a:custGeom>
              <a:avLst/>
              <a:gdLst/>
              <a:ahLst/>
              <a:cxnLst/>
              <a:rect l="l" t="t" r="r" b="b"/>
              <a:pathLst>
                <a:path w="20" h="1471" extrusionOk="0">
                  <a:moveTo>
                    <a:pt x="1" y="0"/>
                  </a:moveTo>
                  <a:lnTo>
                    <a:pt x="1" y="1470"/>
                  </a:lnTo>
                  <a:lnTo>
                    <a:pt x="20" y="1452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46"/>
            <p:cNvSpPr/>
            <p:nvPr/>
          </p:nvSpPr>
          <p:spPr>
            <a:xfrm>
              <a:off x="6100975" y="2043950"/>
              <a:ext cx="950" cy="35850"/>
            </a:xfrm>
            <a:custGeom>
              <a:avLst/>
              <a:gdLst/>
              <a:ahLst/>
              <a:cxnLst/>
              <a:rect l="l" t="t" r="r" b="b"/>
              <a:pathLst>
                <a:path w="38" h="1434" extrusionOk="0">
                  <a:moveTo>
                    <a:pt x="1" y="1"/>
                  </a:moveTo>
                  <a:lnTo>
                    <a:pt x="1" y="1434"/>
                  </a:lnTo>
                  <a:lnTo>
                    <a:pt x="38" y="1415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46"/>
            <p:cNvSpPr/>
            <p:nvPr/>
          </p:nvSpPr>
          <p:spPr>
            <a:xfrm>
              <a:off x="6101900" y="2044425"/>
              <a:ext cx="500" cy="34925"/>
            </a:xfrm>
            <a:custGeom>
              <a:avLst/>
              <a:gdLst/>
              <a:ahLst/>
              <a:cxnLst/>
              <a:rect l="l" t="t" r="r" b="b"/>
              <a:pathLst>
                <a:path w="20" h="1397" extrusionOk="0">
                  <a:moveTo>
                    <a:pt x="1" y="0"/>
                  </a:moveTo>
                  <a:lnTo>
                    <a:pt x="1" y="1396"/>
                  </a:lnTo>
                  <a:lnTo>
                    <a:pt x="19" y="1359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46"/>
            <p:cNvSpPr/>
            <p:nvPr/>
          </p:nvSpPr>
          <p:spPr>
            <a:xfrm>
              <a:off x="6102375" y="2044875"/>
              <a:ext cx="475" cy="33525"/>
            </a:xfrm>
            <a:custGeom>
              <a:avLst/>
              <a:gdLst/>
              <a:ahLst/>
              <a:cxnLst/>
              <a:rect l="l" t="t" r="r" b="b"/>
              <a:pathLst>
                <a:path w="19" h="1341" extrusionOk="0">
                  <a:moveTo>
                    <a:pt x="0" y="1"/>
                  </a:moveTo>
                  <a:lnTo>
                    <a:pt x="0" y="1341"/>
                  </a:lnTo>
                  <a:lnTo>
                    <a:pt x="19" y="132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46"/>
            <p:cNvSpPr/>
            <p:nvPr/>
          </p:nvSpPr>
          <p:spPr>
            <a:xfrm>
              <a:off x="6102825" y="2045350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" y="0"/>
                  </a:moveTo>
                  <a:lnTo>
                    <a:pt x="1" y="1303"/>
                  </a:lnTo>
                  <a:lnTo>
                    <a:pt x="20" y="1285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46"/>
            <p:cNvSpPr/>
            <p:nvPr/>
          </p:nvSpPr>
          <p:spPr>
            <a:xfrm>
              <a:off x="6103300" y="2045825"/>
              <a:ext cx="500" cy="31650"/>
            </a:xfrm>
            <a:custGeom>
              <a:avLst/>
              <a:gdLst/>
              <a:ahLst/>
              <a:cxnLst/>
              <a:rect l="l" t="t" r="r" b="b"/>
              <a:pathLst>
                <a:path w="20" h="1266" extrusionOk="0">
                  <a:moveTo>
                    <a:pt x="1" y="0"/>
                  </a:moveTo>
                  <a:lnTo>
                    <a:pt x="1" y="1266"/>
                  </a:lnTo>
                  <a:lnTo>
                    <a:pt x="19" y="1247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46"/>
            <p:cNvSpPr/>
            <p:nvPr/>
          </p:nvSpPr>
          <p:spPr>
            <a:xfrm>
              <a:off x="6103775" y="2046750"/>
              <a:ext cx="475" cy="30250"/>
            </a:xfrm>
            <a:custGeom>
              <a:avLst/>
              <a:gdLst/>
              <a:ahLst/>
              <a:cxnLst/>
              <a:rect l="l" t="t" r="r" b="b"/>
              <a:pathLst>
                <a:path w="19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9" y="1191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46"/>
            <p:cNvSpPr/>
            <p:nvPr/>
          </p:nvSpPr>
          <p:spPr>
            <a:xfrm>
              <a:off x="6104225" y="2047200"/>
              <a:ext cx="950" cy="29350"/>
            </a:xfrm>
            <a:custGeom>
              <a:avLst/>
              <a:gdLst/>
              <a:ahLst/>
              <a:cxnLst/>
              <a:rect l="l" t="t" r="r" b="b"/>
              <a:pathLst>
                <a:path w="38" h="1174" extrusionOk="0">
                  <a:moveTo>
                    <a:pt x="1" y="1"/>
                  </a:moveTo>
                  <a:lnTo>
                    <a:pt x="1" y="1173"/>
                  </a:lnTo>
                  <a:lnTo>
                    <a:pt x="38" y="1155"/>
                  </a:lnTo>
                  <a:lnTo>
                    <a:pt x="38" y="2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46"/>
            <p:cNvSpPr/>
            <p:nvPr/>
          </p:nvSpPr>
          <p:spPr>
            <a:xfrm>
              <a:off x="6105175" y="2047675"/>
              <a:ext cx="475" cy="28400"/>
            </a:xfrm>
            <a:custGeom>
              <a:avLst/>
              <a:gdLst/>
              <a:ahLst/>
              <a:cxnLst/>
              <a:rect l="l" t="t" r="r" b="b"/>
              <a:pathLst>
                <a:path w="19" h="1136" extrusionOk="0">
                  <a:moveTo>
                    <a:pt x="0" y="1"/>
                  </a:moveTo>
                  <a:lnTo>
                    <a:pt x="0" y="1136"/>
                  </a:lnTo>
                  <a:lnTo>
                    <a:pt x="19" y="1099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46"/>
            <p:cNvSpPr/>
            <p:nvPr/>
          </p:nvSpPr>
          <p:spPr>
            <a:xfrm>
              <a:off x="6105625" y="2048150"/>
              <a:ext cx="500" cy="27000"/>
            </a:xfrm>
            <a:custGeom>
              <a:avLst/>
              <a:gdLst/>
              <a:ahLst/>
              <a:cxnLst/>
              <a:rect l="l" t="t" r="r" b="b"/>
              <a:pathLst>
                <a:path w="20" h="1080" extrusionOk="0">
                  <a:moveTo>
                    <a:pt x="1" y="0"/>
                  </a:moveTo>
                  <a:lnTo>
                    <a:pt x="1" y="1080"/>
                  </a:lnTo>
                  <a:lnTo>
                    <a:pt x="19" y="1061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46"/>
            <p:cNvSpPr/>
            <p:nvPr/>
          </p:nvSpPr>
          <p:spPr>
            <a:xfrm>
              <a:off x="6106100" y="2048600"/>
              <a:ext cx="475" cy="26075"/>
            </a:xfrm>
            <a:custGeom>
              <a:avLst/>
              <a:gdLst/>
              <a:ahLst/>
              <a:cxnLst/>
              <a:rect l="l" t="t" r="r" b="b"/>
              <a:pathLst>
                <a:path w="19" h="1043" extrusionOk="0">
                  <a:moveTo>
                    <a:pt x="0" y="1"/>
                  </a:moveTo>
                  <a:lnTo>
                    <a:pt x="0" y="1043"/>
                  </a:lnTo>
                  <a:lnTo>
                    <a:pt x="19" y="1024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46"/>
            <p:cNvSpPr/>
            <p:nvPr/>
          </p:nvSpPr>
          <p:spPr>
            <a:xfrm>
              <a:off x="6106550" y="2049075"/>
              <a:ext cx="500" cy="25150"/>
            </a:xfrm>
            <a:custGeom>
              <a:avLst/>
              <a:gdLst/>
              <a:ahLst/>
              <a:cxnLst/>
              <a:rect l="l" t="t" r="r" b="b"/>
              <a:pathLst>
                <a:path w="20" h="1006" extrusionOk="0">
                  <a:moveTo>
                    <a:pt x="1" y="0"/>
                  </a:moveTo>
                  <a:lnTo>
                    <a:pt x="1" y="1005"/>
                  </a:lnTo>
                  <a:lnTo>
                    <a:pt x="19" y="987"/>
                  </a:lnTo>
                  <a:lnTo>
                    <a:pt x="19" y="3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46"/>
            <p:cNvSpPr/>
            <p:nvPr/>
          </p:nvSpPr>
          <p:spPr>
            <a:xfrm>
              <a:off x="6107025" y="2050000"/>
              <a:ext cx="500" cy="23750"/>
            </a:xfrm>
            <a:custGeom>
              <a:avLst/>
              <a:gdLst/>
              <a:ahLst/>
              <a:cxnLst/>
              <a:rect l="l" t="t" r="r" b="b"/>
              <a:pathLst>
                <a:path w="20" h="950" extrusionOk="0">
                  <a:moveTo>
                    <a:pt x="0" y="1"/>
                  </a:moveTo>
                  <a:lnTo>
                    <a:pt x="0" y="950"/>
                  </a:lnTo>
                  <a:lnTo>
                    <a:pt x="19" y="931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46"/>
            <p:cNvSpPr/>
            <p:nvPr/>
          </p:nvSpPr>
          <p:spPr>
            <a:xfrm>
              <a:off x="6107500" y="2050475"/>
              <a:ext cx="950" cy="22825"/>
            </a:xfrm>
            <a:custGeom>
              <a:avLst/>
              <a:gdLst/>
              <a:ahLst/>
              <a:cxnLst/>
              <a:rect l="l" t="t" r="r" b="b"/>
              <a:pathLst>
                <a:path w="38" h="913" extrusionOk="0">
                  <a:moveTo>
                    <a:pt x="0" y="0"/>
                  </a:moveTo>
                  <a:lnTo>
                    <a:pt x="0" y="912"/>
                  </a:lnTo>
                  <a:lnTo>
                    <a:pt x="37" y="893"/>
                  </a:lnTo>
                  <a:lnTo>
                    <a:pt x="37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46"/>
            <p:cNvSpPr/>
            <p:nvPr/>
          </p:nvSpPr>
          <p:spPr>
            <a:xfrm>
              <a:off x="6108425" y="2050925"/>
              <a:ext cx="475" cy="21900"/>
            </a:xfrm>
            <a:custGeom>
              <a:avLst/>
              <a:gdLst/>
              <a:ahLst/>
              <a:cxnLst/>
              <a:rect l="l" t="t" r="r" b="b"/>
              <a:pathLst>
                <a:path w="19" h="876" extrusionOk="0">
                  <a:moveTo>
                    <a:pt x="0" y="1"/>
                  </a:moveTo>
                  <a:lnTo>
                    <a:pt x="0" y="875"/>
                  </a:lnTo>
                  <a:lnTo>
                    <a:pt x="19" y="838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46"/>
            <p:cNvSpPr/>
            <p:nvPr/>
          </p:nvSpPr>
          <p:spPr>
            <a:xfrm>
              <a:off x="6108875" y="2051400"/>
              <a:ext cx="500" cy="20500"/>
            </a:xfrm>
            <a:custGeom>
              <a:avLst/>
              <a:gdLst/>
              <a:ahLst/>
              <a:cxnLst/>
              <a:rect l="l" t="t" r="r" b="b"/>
              <a:pathLst>
                <a:path w="20" h="820" extrusionOk="0">
                  <a:moveTo>
                    <a:pt x="1" y="0"/>
                  </a:moveTo>
                  <a:lnTo>
                    <a:pt x="1" y="819"/>
                  </a:lnTo>
                  <a:lnTo>
                    <a:pt x="20" y="801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46"/>
            <p:cNvSpPr/>
            <p:nvPr/>
          </p:nvSpPr>
          <p:spPr>
            <a:xfrm>
              <a:off x="6109350" y="2051875"/>
              <a:ext cx="500" cy="19550"/>
            </a:xfrm>
            <a:custGeom>
              <a:avLst/>
              <a:gdLst/>
              <a:ahLst/>
              <a:cxnLst/>
              <a:rect l="l" t="t" r="r" b="b"/>
              <a:pathLst>
                <a:path w="20" h="782" extrusionOk="0">
                  <a:moveTo>
                    <a:pt x="1" y="0"/>
                  </a:moveTo>
                  <a:lnTo>
                    <a:pt x="1" y="782"/>
                  </a:lnTo>
                  <a:lnTo>
                    <a:pt x="19" y="76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46"/>
            <p:cNvSpPr/>
            <p:nvPr/>
          </p:nvSpPr>
          <p:spPr>
            <a:xfrm>
              <a:off x="6109825" y="2052325"/>
              <a:ext cx="475" cy="18650"/>
            </a:xfrm>
            <a:custGeom>
              <a:avLst/>
              <a:gdLst/>
              <a:ahLst/>
              <a:cxnLst/>
              <a:rect l="l" t="t" r="r" b="b"/>
              <a:pathLst>
                <a:path w="19" h="746" extrusionOk="0">
                  <a:moveTo>
                    <a:pt x="0" y="1"/>
                  </a:moveTo>
                  <a:lnTo>
                    <a:pt x="0" y="745"/>
                  </a:lnTo>
                  <a:lnTo>
                    <a:pt x="19" y="726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46"/>
            <p:cNvSpPr/>
            <p:nvPr/>
          </p:nvSpPr>
          <p:spPr>
            <a:xfrm>
              <a:off x="6110275" y="2053250"/>
              <a:ext cx="500" cy="17250"/>
            </a:xfrm>
            <a:custGeom>
              <a:avLst/>
              <a:gdLst/>
              <a:ahLst/>
              <a:cxnLst/>
              <a:rect l="l" t="t" r="r" b="b"/>
              <a:pathLst>
                <a:path w="20" h="690" extrusionOk="0">
                  <a:moveTo>
                    <a:pt x="1" y="1"/>
                  </a:moveTo>
                  <a:lnTo>
                    <a:pt x="1" y="689"/>
                  </a:lnTo>
                  <a:lnTo>
                    <a:pt x="19" y="671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46"/>
            <p:cNvSpPr/>
            <p:nvPr/>
          </p:nvSpPr>
          <p:spPr>
            <a:xfrm>
              <a:off x="6110750" y="2053725"/>
              <a:ext cx="950" cy="16300"/>
            </a:xfrm>
            <a:custGeom>
              <a:avLst/>
              <a:gdLst/>
              <a:ahLst/>
              <a:cxnLst/>
              <a:rect l="l" t="t" r="r" b="b"/>
              <a:pathLst>
                <a:path w="38" h="652" extrusionOk="0">
                  <a:moveTo>
                    <a:pt x="0" y="0"/>
                  </a:moveTo>
                  <a:lnTo>
                    <a:pt x="0" y="652"/>
                  </a:lnTo>
                  <a:lnTo>
                    <a:pt x="38" y="633"/>
                  </a:lnTo>
                  <a:lnTo>
                    <a:pt x="38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46"/>
            <p:cNvSpPr/>
            <p:nvPr/>
          </p:nvSpPr>
          <p:spPr>
            <a:xfrm>
              <a:off x="6111675" y="2054200"/>
              <a:ext cx="500" cy="15375"/>
            </a:xfrm>
            <a:custGeom>
              <a:avLst/>
              <a:gdLst/>
              <a:ahLst/>
              <a:cxnLst/>
              <a:rect l="l" t="t" r="r" b="b"/>
              <a:pathLst>
                <a:path w="20" h="615" extrusionOk="0">
                  <a:moveTo>
                    <a:pt x="1" y="0"/>
                  </a:moveTo>
                  <a:lnTo>
                    <a:pt x="1" y="614"/>
                  </a:lnTo>
                  <a:lnTo>
                    <a:pt x="19" y="57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46"/>
            <p:cNvSpPr/>
            <p:nvPr/>
          </p:nvSpPr>
          <p:spPr>
            <a:xfrm>
              <a:off x="6112150" y="2054650"/>
              <a:ext cx="475" cy="13975"/>
            </a:xfrm>
            <a:custGeom>
              <a:avLst/>
              <a:gdLst/>
              <a:ahLst/>
              <a:cxnLst/>
              <a:rect l="l" t="t" r="r" b="b"/>
              <a:pathLst>
                <a:path w="19" h="559" extrusionOk="0">
                  <a:moveTo>
                    <a:pt x="0" y="1"/>
                  </a:moveTo>
                  <a:lnTo>
                    <a:pt x="0" y="559"/>
                  </a:lnTo>
                  <a:lnTo>
                    <a:pt x="19" y="540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46"/>
            <p:cNvSpPr/>
            <p:nvPr/>
          </p:nvSpPr>
          <p:spPr>
            <a:xfrm>
              <a:off x="6112600" y="2055125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1" y="0"/>
                  </a:moveTo>
                  <a:lnTo>
                    <a:pt x="1" y="521"/>
                  </a:lnTo>
                  <a:lnTo>
                    <a:pt x="19" y="50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46"/>
            <p:cNvSpPr/>
            <p:nvPr/>
          </p:nvSpPr>
          <p:spPr>
            <a:xfrm>
              <a:off x="6113075" y="2055575"/>
              <a:ext cx="475" cy="12125"/>
            </a:xfrm>
            <a:custGeom>
              <a:avLst/>
              <a:gdLst/>
              <a:ahLst/>
              <a:cxnLst/>
              <a:rect l="l" t="t" r="r" b="b"/>
              <a:pathLst>
                <a:path w="19" h="485" extrusionOk="0">
                  <a:moveTo>
                    <a:pt x="0" y="1"/>
                  </a:moveTo>
                  <a:lnTo>
                    <a:pt x="0" y="485"/>
                  </a:lnTo>
                  <a:lnTo>
                    <a:pt x="19" y="466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46"/>
            <p:cNvSpPr/>
            <p:nvPr/>
          </p:nvSpPr>
          <p:spPr>
            <a:xfrm>
              <a:off x="6113550" y="2056525"/>
              <a:ext cx="475" cy="10725"/>
            </a:xfrm>
            <a:custGeom>
              <a:avLst/>
              <a:gdLst/>
              <a:ahLst/>
              <a:cxnLst/>
              <a:rect l="l" t="t" r="r" b="b"/>
              <a:pathLst>
                <a:path w="19" h="429" extrusionOk="0">
                  <a:moveTo>
                    <a:pt x="0" y="0"/>
                  </a:moveTo>
                  <a:lnTo>
                    <a:pt x="0" y="428"/>
                  </a:lnTo>
                  <a:lnTo>
                    <a:pt x="19" y="410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46"/>
            <p:cNvSpPr/>
            <p:nvPr/>
          </p:nvSpPr>
          <p:spPr>
            <a:xfrm>
              <a:off x="6114000" y="2056975"/>
              <a:ext cx="950" cy="9800"/>
            </a:xfrm>
            <a:custGeom>
              <a:avLst/>
              <a:gdLst/>
              <a:ahLst/>
              <a:cxnLst/>
              <a:rect l="l" t="t" r="r" b="b"/>
              <a:pathLst>
                <a:path w="38" h="392" extrusionOk="0">
                  <a:moveTo>
                    <a:pt x="1" y="1"/>
                  </a:moveTo>
                  <a:lnTo>
                    <a:pt x="1" y="392"/>
                  </a:lnTo>
                  <a:lnTo>
                    <a:pt x="38" y="373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46"/>
            <p:cNvSpPr/>
            <p:nvPr/>
          </p:nvSpPr>
          <p:spPr>
            <a:xfrm>
              <a:off x="6114925" y="2057450"/>
              <a:ext cx="500" cy="8850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" y="0"/>
                  </a:moveTo>
                  <a:lnTo>
                    <a:pt x="1" y="354"/>
                  </a:lnTo>
                  <a:lnTo>
                    <a:pt x="19" y="31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46"/>
            <p:cNvSpPr/>
            <p:nvPr/>
          </p:nvSpPr>
          <p:spPr>
            <a:xfrm>
              <a:off x="6115400" y="2057900"/>
              <a:ext cx="500" cy="7475"/>
            </a:xfrm>
            <a:custGeom>
              <a:avLst/>
              <a:gdLst/>
              <a:ahLst/>
              <a:cxnLst/>
              <a:rect l="l" t="t" r="r" b="b"/>
              <a:pathLst>
                <a:path w="20" h="299" extrusionOk="0">
                  <a:moveTo>
                    <a:pt x="0" y="1"/>
                  </a:moveTo>
                  <a:lnTo>
                    <a:pt x="0" y="299"/>
                  </a:lnTo>
                  <a:lnTo>
                    <a:pt x="19" y="28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46"/>
            <p:cNvSpPr/>
            <p:nvPr/>
          </p:nvSpPr>
          <p:spPr>
            <a:xfrm>
              <a:off x="6115875" y="2058375"/>
              <a:ext cx="475" cy="6550"/>
            </a:xfrm>
            <a:custGeom>
              <a:avLst/>
              <a:gdLst/>
              <a:ahLst/>
              <a:cxnLst/>
              <a:rect l="l" t="t" r="r" b="b"/>
              <a:pathLst>
                <a:path w="19" h="262" extrusionOk="0">
                  <a:moveTo>
                    <a:pt x="0" y="1"/>
                  </a:moveTo>
                  <a:lnTo>
                    <a:pt x="0" y="261"/>
                  </a:lnTo>
                  <a:lnTo>
                    <a:pt x="19" y="24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46"/>
            <p:cNvSpPr/>
            <p:nvPr/>
          </p:nvSpPr>
          <p:spPr>
            <a:xfrm>
              <a:off x="6116325" y="2058850"/>
              <a:ext cx="500" cy="5600"/>
            </a:xfrm>
            <a:custGeom>
              <a:avLst/>
              <a:gdLst/>
              <a:ahLst/>
              <a:cxnLst/>
              <a:rect l="l" t="t" r="r" b="b"/>
              <a:pathLst>
                <a:path w="20" h="224" extrusionOk="0">
                  <a:moveTo>
                    <a:pt x="1" y="0"/>
                  </a:moveTo>
                  <a:lnTo>
                    <a:pt x="1" y="223"/>
                  </a:lnTo>
                  <a:lnTo>
                    <a:pt x="19" y="205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46"/>
            <p:cNvSpPr/>
            <p:nvPr/>
          </p:nvSpPr>
          <p:spPr>
            <a:xfrm>
              <a:off x="6116800" y="2059775"/>
              <a:ext cx="475" cy="4200"/>
            </a:xfrm>
            <a:custGeom>
              <a:avLst/>
              <a:gdLst/>
              <a:ahLst/>
              <a:cxnLst/>
              <a:rect l="l" t="t" r="r" b="b"/>
              <a:pathLst>
                <a:path w="19" h="168" extrusionOk="0">
                  <a:moveTo>
                    <a:pt x="0" y="0"/>
                  </a:moveTo>
                  <a:lnTo>
                    <a:pt x="0" y="168"/>
                  </a:lnTo>
                  <a:lnTo>
                    <a:pt x="19" y="149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46"/>
            <p:cNvSpPr/>
            <p:nvPr/>
          </p:nvSpPr>
          <p:spPr>
            <a:xfrm>
              <a:off x="6117250" y="2060225"/>
              <a:ext cx="975" cy="3300"/>
            </a:xfrm>
            <a:custGeom>
              <a:avLst/>
              <a:gdLst/>
              <a:ahLst/>
              <a:cxnLst/>
              <a:rect l="l" t="t" r="r" b="b"/>
              <a:pathLst>
                <a:path w="39" h="132" extrusionOk="0">
                  <a:moveTo>
                    <a:pt x="1" y="1"/>
                  </a:moveTo>
                  <a:lnTo>
                    <a:pt x="1" y="131"/>
                  </a:lnTo>
                  <a:lnTo>
                    <a:pt x="38" y="113"/>
                  </a:lnTo>
                  <a:lnTo>
                    <a:pt x="38" y="2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46"/>
            <p:cNvSpPr/>
            <p:nvPr/>
          </p:nvSpPr>
          <p:spPr>
            <a:xfrm>
              <a:off x="6118200" y="2060700"/>
              <a:ext cx="475" cy="2350"/>
            </a:xfrm>
            <a:custGeom>
              <a:avLst/>
              <a:gdLst/>
              <a:ahLst/>
              <a:cxnLst/>
              <a:rect l="l" t="t" r="r" b="b"/>
              <a:pathLst>
                <a:path w="19" h="94" extrusionOk="0">
                  <a:moveTo>
                    <a:pt x="0" y="1"/>
                  </a:moveTo>
                  <a:lnTo>
                    <a:pt x="0" y="94"/>
                  </a:lnTo>
                  <a:lnTo>
                    <a:pt x="19" y="56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46"/>
            <p:cNvSpPr/>
            <p:nvPr/>
          </p:nvSpPr>
          <p:spPr>
            <a:xfrm>
              <a:off x="6118650" y="2061175"/>
              <a:ext cx="500" cy="950"/>
            </a:xfrm>
            <a:custGeom>
              <a:avLst/>
              <a:gdLst/>
              <a:ahLst/>
              <a:cxnLst/>
              <a:rect l="l" t="t" r="r" b="b"/>
              <a:pathLst>
                <a:path w="20" h="38" extrusionOk="0">
                  <a:moveTo>
                    <a:pt x="1" y="0"/>
                  </a:moveTo>
                  <a:lnTo>
                    <a:pt x="1" y="3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46"/>
            <p:cNvSpPr/>
            <p:nvPr/>
          </p:nvSpPr>
          <p:spPr>
            <a:xfrm>
              <a:off x="5774825" y="2299850"/>
              <a:ext cx="309425" cy="30942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7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6" name="Google Shape;566;p46"/>
          <p:cNvGrpSpPr/>
          <p:nvPr/>
        </p:nvGrpSpPr>
        <p:grpSpPr>
          <a:xfrm>
            <a:off x="1147477" y="2947974"/>
            <a:ext cx="2872292" cy="2378232"/>
            <a:chOff x="2210400" y="2558550"/>
            <a:chExt cx="971025" cy="804000"/>
          </a:xfrm>
        </p:grpSpPr>
        <p:sp>
          <p:nvSpPr>
            <p:cNvPr id="567" name="Google Shape;567;p46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46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46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46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46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46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46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46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5" name="Google Shape;575;p46"/>
          <p:cNvGrpSpPr/>
          <p:nvPr/>
        </p:nvGrpSpPr>
        <p:grpSpPr>
          <a:xfrm>
            <a:off x="1392756" y="169091"/>
            <a:ext cx="849275" cy="848250"/>
            <a:chOff x="2651171" y="2397773"/>
            <a:chExt cx="2099568" cy="2097033"/>
          </a:xfrm>
        </p:grpSpPr>
        <p:sp>
          <p:nvSpPr>
            <p:cNvPr id="576" name="Google Shape;576;p46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46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7"/>
          <p:cNvSpPr txBox="1">
            <a:spLocks noGrp="1"/>
          </p:cNvSpPr>
          <p:nvPr>
            <p:ph type="title"/>
          </p:nvPr>
        </p:nvSpPr>
        <p:spPr>
          <a:xfrm>
            <a:off x="732275" y="1210763"/>
            <a:ext cx="5067900" cy="12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80" name="Google Shape;580;p47"/>
          <p:cNvSpPr txBox="1">
            <a:spLocks noGrp="1"/>
          </p:cNvSpPr>
          <p:nvPr>
            <p:ph type="subTitle" idx="1"/>
          </p:nvPr>
        </p:nvSpPr>
        <p:spPr>
          <a:xfrm>
            <a:off x="713225" y="2567813"/>
            <a:ext cx="5106000" cy="14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581" name="Google Shape;581;p47"/>
          <p:cNvGrpSpPr/>
          <p:nvPr/>
        </p:nvGrpSpPr>
        <p:grpSpPr>
          <a:xfrm>
            <a:off x="7407435" y="2879891"/>
            <a:ext cx="849275" cy="848250"/>
            <a:chOff x="8751122" y="1283566"/>
            <a:chExt cx="849275" cy="848250"/>
          </a:xfrm>
        </p:grpSpPr>
        <p:sp>
          <p:nvSpPr>
            <p:cNvPr id="582" name="Google Shape;582;p47"/>
            <p:cNvSpPr/>
            <p:nvPr/>
          </p:nvSpPr>
          <p:spPr>
            <a:xfrm flipH="1">
              <a:off x="8763662" y="1295866"/>
              <a:ext cx="823936" cy="823879"/>
            </a:xfrm>
            <a:custGeom>
              <a:avLst/>
              <a:gdLst/>
              <a:ahLst/>
              <a:cxnLst/>
              <a:rect l="l" t="t" r="r" b="b"/>
              <a:pathLst>
                <a:path w="14462" h="14461" extrusionOk="0">
                  <a:moveTo>
                    <a:pt x="7222" y="0"/>
                  </a:moveTo>
                  <a:lnTo>
                    <a:pt x="1" y="7221"/>
                  </a:lnTo>
                  <a:lnTo>
                    <a:pt x="7222" y="14461"/>
                  </a:lnTo>
                  <a:lnTo>
                    <a:pt x="14461" y="7221"/>
                  </a:lnTo>
                  <a:lnTo>
                    <a:pt x="7222" y="0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1F133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83" name="Google Shape;583;p47"/>
            <p:cNvGrpSpPr/>
            <p:nvPr/>
          </p:nvGrpSpPr>
          <p:grpSpPr>
            <a:xfrm flipH="1">
              <a:off x="8751122" y="1283566"/>
              <a:ext cx="849275" cy="848250"/>
              <a:chOff x="2651171" y="2397773"/>
              <a:chExt cx="2099568" cy="2097033"/>
            </a:xfrm>
          </p:grpSpPr>
          <p:sp>
            <p:nvSpPr>
              <p:cNvPr id="584" name="Google Shape;584;p47"/>
              <p:cNvSpPr/>
              <p:nvPr/>
            </p:nvSpPr>
            <p:spPr>
              <a:xfrm>
                <a:off x="2651171" y="2397773"/>
                <a:ext cx="2099568" cy="2097033"/>
              </a:xfrm>
              <a:custGeom>
                <a:avLst/>
                <a:gdLst/>
                <a:ahLst/>
                <a:cxnLst/>
                <a:rect l="l" t="t" r="r" b="b"/>
                <a:pathLst>
                  <a:path w="14908" h="14890" extrusionOk="0">
                    <a:moveTo>
                      <a:pt x="447" y="7445"/>
                    </a:moveTo>
                    <a:lnTo>
                      <a:pt x="7445" y="14461"/>
                    </a:lnTo>
                    <a:lnTo>
                      <a:pt x="14461" y="7445"/>
                    </a:lnTo>
                    <a:lnTo>
                      <a:pt x="7445" y="429"/>
                    </a:lnTo>
                    <a:close/>
                    <a:moveTo>
                      <a:pt x="7445" y="14889"/>
                    </a:moveTo>
                    <a:lnTo>
                      <a:pt x="0" y="7445"/>
                    </a:lnTo>
                    <a:lnTo>
                      <a:pt x="7445" y="1"/>
                    </a:lnTo>
                    <a:lnTo>
                      <a:pt x="14908" y="7445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5" name="Google Shape;585;p47"/>
              <p:cNvSpPr/>
              <p:nvPr/>
            </p:nvSpPr>
            <p:spPr>
              <a:xfrm>
                <a:off x="3033817" y="2780418"/>
                <a:ext cx="1334271" cy="1334271"/>
              </a:xfrm>
              <a:custGeom>
                <a:avLst/>
                <a:gdLst/>
                <a:ahLst/>
                <a:cxnLst/>
                <a:rect l="l" t="t" r="r" b="b"/>
                <a:pathLst>
                  <a:path w="9474" h="9474" extrusionOk="0">
                    <a:moveTo>
                      <a:pt x="429" y="4728"/>
                    </a:moveTo>
                    <a:lnTo>
                      <a:pt x="4728" y="9027"/>
                    </a:lnTo>
                    <a:lnTo>
                      <a:pt x="9027" y="4728"/>
                    </a:lnTo>
                    <a:lnTo>
                      <a:pt x="4728" y="429"/>
                    </a:lnTo>
                    <a:close/>
                    <a:moveTo>
                      <a:pt x="4728" y="9474"/>
                    </a:moveTo>
                    <a:lnTo>
                      <a:pt x="1" y="4728"/>
                    </a:lnTo>
                    <a:lnTo>
                      <a:pt x="4728" y="1"/>
                    </a:lnTo>
                    <a:lnTo>
                      <a:pt x="9473" y="4728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86" name="Google Shape;586;p47"/>
          <p:cNvGrpSpPr/>
          <p:nvPr/>
        </p:nvGrpSpPr>
        <p:grpSpPr>
          <a:xfrm flipH="1">
            <a:off x="5896360" y="1526509"/>
            <a:ext cx="4030417" cy="3337154"/>
            <a:chOff x="3573297" y="232872"/>
            <a:chExt cx="5470164" cy="4529254"/>
          </a:xfrm>
        </p:grpSpPr>
        <p:sp>
          <p:nvSpPr>
            <p:cNvPr id="587" name="Google Shape;587;p47"/>
            <p:cNvSpPr/>
            <p:nvPr/>
          </p:nvSpPr>
          <p:spPr>
            <a:xfrm>
              <a:off x="3969040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47"/>
            <p:cNvSpPr/>
            <p:nvPr/>
          </p:nvSpPr>
          <p:spPr>
            <a:xfrm>
              <a:off x="3835388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47"/>
            <p:cNvSpPr/>
            <p:nvPr/>
          </p:nvSpPr>
          <p:spPr>
            <a:xfrm>
              <a:off x="3704272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47"/>
            <p:cNvSpPr/>
            <p:nvPr/>
          </p:nvSpPr>
          <p:spPr>
            <a:xfrm>
              <a:off x="357329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47"/>
            <p:cNvSpPr/>
            <p:nvPr/>
          </p:nvSpPr>
          <p:spPr>
            <a:xfrm>
              <a:off x="451420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47"/>
            <p:cNvSpPr/>
            <p:nvPr/>
          </p:nvSpPr>
          <p:spPr>
            <a:xfrm>
              <a:off x="4380556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47"/>
            <p:cNvSpPr/>
            <p:nvPr/>
          </p:nvSpPr>
          <p:spPr>
            <a:xfrm>
              <a:off x="4249440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47"/>
            <p:cNvSpPr/>
            <p:nvPr/>
          </p:nvSpPr>
          <p:spPr>
            <a:xfrm>
              <a:off x="4115789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5" name="Google Shape;595;p47"/>
          <p:cNvGrpSpPr/>
          <p:nvPr/>
        </p:nvGrpSpPr>
        <p:grpSpPr>
          <a:xfrm flipH="1">
            <a:off x="6009660" y="227499"/>
            <a:ext cx="2872292" cy="2378232"/>
            <a:chOff x="2210400" y="2558550"/>
            <a:chExt cx="971025" cy="804000"/>
          </a:xfrm>
        </p:grpSpPr>
        <p:sp>
          <p:nvSpPr>
            <p:cNvPr id="596" name="Google Shape;596;p47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47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47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47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47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47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47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47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4" name="Google Shape;604;p47"/>
          <p:cNvGrpSpPr/>
          <p:nvPr/>
        </p:nvGrpSpPr>
        <p:grpSpPr>
          <a:xfrm flipH="1">
            <a:off x="7973021" y="1064981"/>
            <a:ext cx="849356" cy="703259"/>
            <a:chOff x="2210400" y="2558550"/>
            <a:chExt cx="971025" cy="804000"/>
          </a:xfrm>
        </p:grpSpPr>
        <p:sp>
          <p:nvSpPr>
            <p:cNvPr id="605" name="Google Shape;605;p47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47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47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47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47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47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47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47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3" name="Google Shape;613;p47"/>
          <p:cNvGrpSpPr/>
          <p:nvPr/>
        </p:nvGrpSpPr>
        <p:grpSpPr>
          <a:xfrm>
            <a:off x="8979722" y="1283566"/>
            <a:ext cx="849275" cy="848250"/>
            <a:chOff x="8751122" y="1283566"/>
            <a:chExt cx="849275" cy="848250"/>
          </a:xfrm>
        </p:grpSpPr>
        <p:sp>
          <p:nvSpPr>
            <p:cNvPr id="614" name="Google Shape;614;p47"/>
            <p:cNvSpPr/>
            <p:nvPr/>
          </p:nvSpPr>
          <p:spPr>
            <a:xfrm flipH="1">
              <a:off x="8763662" y="1295866"/>
              <a:ext cx="823936" cy="823879"/>
            </a:xfrm>
            <a:custGeom>
              <a:avLst/>
              <a:gdLst/>
              <a:ahLst/>
              <a:cxnLst/>
              <a:rect l="l" t="t" r="r" b="b"/>
              <a:pathLst>
                <a:path w="14462" h="14461" extrusionOk="0">
                  <a:moveTo>
                    <a:pt x="7222" y="0"/>
                  </a:moveTo>
                  <a:lnTo>
                    <a:pt x="1" y="7221"/>
                  </a:lnTo>
                  <a:lnTo>
                    <a:pt x="7222" y="14461"/>
                  </a:lnTo>
                  <a:lnTo>
                    <a:pt x="14461" y="7221"/>
                  </a:lnTo>
                  <a:lnTo>
                    <a:pt x="7222" y="0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1F133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15" name="Google Shape;615;p47"/>
            <p:cNvGrpSpPr/>
            <p:nvPr/>
          </p:nvGrpSpPr>
          <p:grpSpPr>
            <a:xfrm flipH="1">
              <a:off x="8751122" y="1283566"/>
              <a:ext cx="849275" cy="848250"/>
              <a:chOff x="2651171" y="2397773"/>
              <a:chExt cx="2099568" cy="2097033"/>
            </a:xfrm>
          </p:grpSpPr>
          <p:sp>
            <p:nvSpPr>
              <p:cNvPr id="616" name="Google Shape;616;p47"/>
              <p:cNvSpPr/>
              <p:nvPr/>
            </p:nvSpPr>
            <p:spPr>
              <a:xfrm>
                <a:off x="2651171" y="2397773"/>
                <a:ext cx="2099568" cy="2097033"/>
              </a:xfrm>
              <a:custGeom>
                <a:avLst/>
                <a:gdLst/>
                <a:ahLst/>
                <a:cxnLst/>
                <a:rect l="l" t="t" r="r" b="b"/>
                <a:pathLst>
                  <a:path w="14908" h="14890" extrusionOk="0">
                    <a:moveTo>
                      <a:pt x="447" y="7445"/>
                    </a:moveTo>
                    <a:lnTo>
                      <a:pt x="7445" y="14461"/>
                    </a:lnTo>
                    <a:lnTo>
                      <a:pt x="14461" y="7445"/>
                    </a:lnTo>
                    <a:lnTo>
                      <a:pt x="7445" y="429"/>
                    </a:lnTo>
                    <a:close/>
                    <a:moveTo>
                      <a:pt x="7445" y="14889"/>
                    </a:moveTo>
                    <a:lnTo>
                      <a:pt x="0" y="7445"/>
                    </a:lnTo>
                    <a:lnTo>
                      <a:pt x="7445" y="1"/>
                    </a:lnTo>
                    <a:lnTo>
                      <a:pt x="14908" y="7445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" name="Google Shape;617;p47"/>
              <p:cNvSpPr/>
              <p:nvPr/>
            </p:nvSpPr>
            <p:spPr>
              <a:xfrm>
                <a:off x="3033817" y="2780418"/>
                <a:ext cx="1334271" cy="1334271"/>
              </a:xfrm>
              <a:custGeom>
                <a:avLst/>
                <a:gdLst/>
                <a:ahLst/>
                <a:cxnLst/>
                <a:rect l="l" t="t" r="r" b="b"/>
                <a:pathLst>
                  <a:path w="9474" h="9474" extrusionOk="0">
                    <a:moveTo>
                      <a:pt x="429" y="4728"/>
                    </a:moveTo>
                    <a:lnTo>
                      <a:pt x="4728" y="9027"/>
                    </a:lnTo>
                    <a:lnTo>
                      <a:pt x="9027" y="4728"/>
                    </a:lnTo>
                    <a:lnTo>
                      <a:pt x="4728" y="429"/>
                    </a:lnTo>
                    <a:close/>
                    <a:moveTo>
                      <a:pt x="4728" y="9474"/>
                    </a:moveTo>
                    <a:lnTo>
                      <a:pt x="1" y="4728"/>
                    </a:lnTo>
                    <a:lnTo>
                      <a:pt x="4728" y="1"/>
                    </a:lnTo>
                    <a:lnTo>
                      <a:pt x="9473" y="4728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18" name="Google Shape;618;p47"/>
          <p:cNvSpPr/>
          <p:nvPr/>
        </p:nvSpPr>
        <p:spPr>
          <a:xfrm flipH="1">
            <a:off x="6112238" y="3643059"/>
            <a:ext cx="1284330" cy="1284330"/>
          </a:xfrm>
          <a:custGeom>
            <a:avLst/>
            <a:gdLst/>
            <a:ahLst/>
            <a:cxnLst/>
            <a:rect l="l" t="t" r="r" b="b"/>
            <a:pathLst>
              <a:path w="12377" h="12377" extrusionOk="0">
                <a:moveTo>
                  <a:pt x="6179" y="1"/>
                </a:moveTo>
                <a:lnTo>
                  <a:pt x="0" y="6179"/>
                </a:lnTo>
                <a:lnTo>
                  <a:pt x="6179" y="12377"/>
                </a:lnTo>
                <a:lnTo>
                  <a:pt x="12376" y="6179"/>
                </a:lnTo>
                <a:lnTo>
                  <a:pt x="6179" y="1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48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grpSp>
        <p:nvGrpSpPr>
          <p:cNvPr id="621" name="Google Shape;621;p48"/>
          <p:cNvGrpSpPr/>
          <p:nvPr/>
        </p:nvGrpSpPr>
        <p:grpSpPr>
          <a:xfrm>
            <a:off x="-1552190" y="1537709"/>
            <a:ext cx="4779359" cy="3901002"/>
            <a:chOff x="2556818" y="232872"/>
            <a:chExt cx="6486643" cy="5294519"/>
          </a:xfrm>
        </p:grpSpPr>
        <p:sp>
          <p:nvSpPr>
            <p:cNvPr id="622" name="Google Shape;622;p48"/>
            <p:cNvSpPr/>
            <p:nvPr/>
          </p:nvSpPr>
          <p:spPr>
            <a:xfrm>
              <a:off x="3969040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48"/>
            <p:cNvSpPr/>
            <p:nvPr/>
          </p:nvSpPr>
          <p:spPr>
            <a:xfrm>
              <a:off x="3835388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48"/>
            <p:cNvSpPr/>
            <p:nvPr/>
          </p:nvSpPr>
          <p:spPr>
            <a:xfrm>
              <a:off x="3704272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48"/>
            <p:cNvSpPr/>
            <p:nvPr/>
          </p:nvSpPr>
          <p:spPr>
            <a:xfrm>
              <a:off x="357329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48"/>
            <p:cNvSpPr/>
            <p:nvPr/>
          </p:nvSpPr>
          <p:spPr>
            <a:xfrm>
              <a:off x="4514207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48"/>
            <p:cNvSpPr/>
            <p:nvPr/>
          </p:nvSpPr>
          <p:spPr>
            <a:xfrm>
              <a:off x="4380556" y="232872"/>
              <a:ext cx="4529254" cy="4529254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48"/>
            <p:cNvSpPr/>
            <p:nvPr/>
          </p:nvSpPr>
          <p:spPr>
            <a:xfrm>
              <a:off x="4249440" y="232872"/>
              <a:ext cx="4529394" cy="4529254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48"/>
            <p:cNvSpPr/>
            <p:nvPr/>
          </p:nvSpPr>
          <p:spPr>
            <a:xfrm>
              <a:off x="4115789" y="232872"/>
              <a:ext cx="4531929" cy="4529254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48"/>
            <p:cNvSpPr/>
            <p:nvPr/>
          </p:nvSpPr>
          <p:spPr>
            <a:xfrm>
              <a:off x="7064427" y="2439737"/>
              <a:ext cx="2817" cy="8028"/>
            </a:xfrm>
            <a:custGeom>
              <a:avLst/>
              <a:gdLst/>
              <a:ahLst/>
              <a:cxnLst/>
              <a:rect l="l" t="t" r="r" b="b"/>
              <a:pathLst>
                <a:path w="20" h="57" extrusionOk="0">
                  <a:moveTo>
                    <a:pt x="19" y="0"/>
                  </a:moveTo>
                  <a:lnTo>
                    <a:pt x="1" y="19"/>
                  </a:lnTo>
                  <a:lnTo>
                    <a:pt x="19" y="56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48"/>
            <p:cNvSpPr/>
            <p:nvPr/>
          </p:nvSpPr>
          <p:spPr>
            <a:xfrm>
              <a:off x="7067102" y="2437061"/>
              <a:ext cx="5352" cy="13238"/>
            </a:xfrm>
            <a:custGeom>
              <a:avLst/>
              <a:gdLst/>
              <a:ahLst/>
              <a:cxnLst/>
              <a:rect l="l" t="t" r="r" b="b"/>
              <a:pathLst>
                <a:path w="38" h="94" extrusionOk="0">
                  <a:moveTo>
                    <a:pt x="38" y="1"/>
                  </a:moveTo>
                  <a:lnTo>
                    <a:pt x="0" y="19"/>
                  </a:lnTo>
                  <a:lnTo>
                    <a:pt x="0" y="75"/>
                  </a:lnTo>
                  <a:lnTo>
                    <a:pt x="38" y="94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48"/>
            <p:cNvSpPr/>
            <p:nvPr/>
          </p:nvSpPr>
          <p:spPr>
            <a:xfrm>
              <a:off x="7072313" y="2434526"/>
              <a:ext cx="2817" cy="18449"/>
            </a:xfrm>
            <a:custGeom>
              <a:avLst/>
              <a:gdLst/>
              <a:ahLst/>
              <a:cxnLst/>
              <a:rect l="l" t="t" r="r" b="b"/>
              <a:pathLst>
                <a:path w="20" h="131" extrusionOk="0">
                  <a:moveTo>
                    <a:pt x="19" y="0"/>
                  </a:moveTo>
                  <a:lnTo>
                    <a:pt x="1" y="19"/>
                  </a:lnTo>
                  <a:lnTo>
                    <a:pt x="1" y="112"/>
                  </a:lnTo>
                  <a:lnTo>
                    <a:pt x="19" y="13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48"/>
            <p:cNvSpPr/>
            <p:nvPr/>
          </p:nvSpPr>
          <p:spPr>
            <a:xfrm>
              <a:off x="7074989" y="2431850"/>
              <a:ext cx="2676" cy="23801"/>
            </a:xfrm>
            <a:custGeom>
              <a:avLst/>
              <a:gdLst/>
              <a:ahLst/>
              <a:cxnLst/>
              <a:rect l="l" t="t" r="r" b="b"/>
              <a:pathLst>
                <a:path w="19" h="169" extrusionOk="0">
                  <a:moveTo>
                    <a:pt x="19" y="1"/>
                  </a:moveTo>
                  <a:lnTo>
                    <a:pt x="0" y="19"/>
                  </a:lnTo>
                  <a:lnTo>
                    <a:pt x="0" y="149"/>
                  </a:lnTo>
                  <a:lnTo>
                    <a:pt x="19" y="16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48"/>
            <p:cNvSpPr/>
            <p:nvPr/>
          </p:nvSpPr>
          <p:spPr>
            <a:xfrm>
              <a:off x="7077524" y="2429174"/>
              <a:ext cx="2817" cy="29012"/>
            </a:xfrm>
            <a:custGeom>
              <a:avLst/>
              <a:gdLst/>
              <a:ahLst/>
              <a:cxnLst/>
              <a:rect l="l" t="t" r="r" b="b"/>
              <a:pathLst>
                <a:path w="20" h="206" extrusionOk="0">
                  <a:moveTo>
                    <a:pt x="19" y="1"/>
                  </a:moveTo>
                  <a:lnTo>
                    <a:pt x="1" y="20"/>
                  </a:lnTo>
                  <a:lnTo>
                    <a:pt x="1" y="187"/>
                  </a:lnTo>
                  <a:lnTo>
                    <a:pt x="19" y="20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48"/>
            <p:cNvSpPr/>
            <p:nvPr/>
          </p:nvSpPr>
          <p:spPr>
            <a:xfrm>
              <a:off x="7080200" y="2423963"/>
              <a:ext cx="2676" cy="36899"/>
            </a:xfrm>
            <a:custGeom>
              <a:avLst/>
              <a:gdLst/>
              <a:ahLst/>
              <a:cxnLst/>
              <a:rect l="l" t="t" r="r" b="b"/>
              <a:pathLst>
                <a:path w="19" h="262" extrusionOk="0">
                  <a:moveTo>
                    <a:pt x="19" y="1"/>
                  </a:moveTo>
                  <a:lnTo>
                    <a:pt x="0" y="38"/>
                  </a:lnTo>
                  <a:lnTo>
                    <a:pt x="0" y="243"/>
                  </a:lnTo>
                  <a:lnTo>
                    <a:pt x="19" y="26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48"/>
            <p:cNvSpPr/>
            <p:nvPr/>
          </p:nvSpPr>
          <p:spPr>
            <a:xfrm>
              <a:off x="7082735" y="2421428"/>
              <a:ext cx="2817" cy="44645"/>
            </a:xfrm>
            <a:custGeom>
              <a:avLst/>
              <a:gdLst/>
              <a:ahLst/>
              <a:cxnLst/>
              <a:rect l="l" t="t" r="r" b="b"/>
              <a:pathLst>
                <a:path w="20" h="317" extrusionOk="0">
                  <a:moveTo>
                    <a:pt x="20" y="0"/>
                  </a:moveTo>
                  <a:lnTo>
                    <a:pt x="1" y="19"/>
                  </a:lnTo>
                  <a:lnTo>
                    <a:pt x="1" y="279"/>
                  </a:lnTo>
                  <a:lnTo>
                    <a:pt x="20" y="316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48"/>
            <p:cNvSpPr/>
            <p:nvPr/>
          </p:nvSpPr>
          <p:spPr>
            <a:xfrm>
              <a:off x="7085411" y="2418752"/>
              <a:ext cx="5352" cy="49996"/>
            </a:xfrm>
            <a:custGeom>
              <a:avLst/>
              <a:gdLst/>
              <a:ahLst/>
              <a:cxnLst/>
              <a:rect l="l" t="t" r="r" b="b"/>
              <a:pathLst>
                <a:path w="38" h="355" extrusionOk="0">
                  <a:moveTo>
                    <a:pt x="38" y="0"/>
                  </a:moveTo>
                  <a:lnTo>
                    <a:pt x="1" y="19"/>
                  </a:lnTo>
                  <a:lnTo>
                    <a:pt x="1" y="335"/>
                  </a:lnTo>
                  <a:lnTo>
                    <a:pt x="38" y="354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48"/>
            <p:cNvSpPr/>
            <p:nvPr/>
          </p:nvSpPr>
          <p:spPr>
            <a:xfrm>
              <a:off x="7090622" y="2416076"/>
              <a:ext cx="2817" cy="55207"/>
            </a:xfrm>
            <a:custGeom>
              <a:avLst/>
              <a:gdLst/>
              <a:ahLst/>
              <a:cxnLst/>
              <a:rect l="l" t="t" r="r" b="b"/>
              <a:pathLst>
                <a:path w="20" h="392" extrusionOk="0">
                  <a:moveTo>
                    <a:pt x="19" y="1"/>
                  </a:moveTo>
                  <a:lnTo>
                    <a:pt x="1" y="19"/>
                  </a:lnTo>
                  <a:lnTo>
                    <a:pt x="1" y="373"/>
                  </a:lnTo>
                  <a:lnTo>
                    <a:pt x="19" y="392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48"/>
            <p:cNvSpPr/>
            <p:nvPr/>
          </p:nvSpPr>
          <p:spPr>
            <a:xfrm>
              <a:off x="7093298" y="2413541"/>
              <a:ext cx="2817" cy="60418"/>
            </a:xfrm>
            <a:custGeom>
              <a:avLst/>
              <a:gdLst/>
              <a:ahLst/>
              <a:cxnLst/>
              <a:rect l="l" t="t" r="r" b="b"/>
              <a:pathLst>
                <a:path w="20" h="429" extrusionOk="0">
                  <a:moveTo>
                    <a:pt x="19" y="0"/>
                  </a:moveTo>
                  <a:lnTo>
                    <a:pt x="0" y="19"/>
                  </a:lnTo>
                  <a:lnTo>
                    <a:pt x="0" y="410"/>
                  </a:lnTo>
                  <a:lnTo>
                    <a:pt x="19" y="42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48"/>
            <p:cNvSpPr/>
            <p:nvPr/>
          </p:nvSpPr>
          <p:spPr>
            <a:xfrm>
              <a:off x="7095973" y="2410866"/>
              <a:ext cx="2676" cy="65629"/>
            </a:xfrm>
            <a:custGeom>
              <a:avLst/>
              <a:gdLst/>
              <a:ahLst/>
              <a:cxnLst/>
              <a:rect l="l" t="t" r="r" b="b"/>
              <a:pathLst>
                <a:path w="19" h="466" extrusionOk="0">
                  <a:moveTo>
                    <a:pt x="19" y="1"/>
                  </a:moveTo>
                  <a:lnTo>
                    <a:pt x="0" y="19"/>
                  </a:lnTo>
                  <a:lnTo>
                    <a:pt x="0" y="447"/>
                  </a:lnTo>
                  <a:lnTo>
                    <a:pt x="19" y="46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48"/>
            <p:cNvSpPr/>
            <p:nvPr/>
          </p:nvSpPr>
          <p:spPr>
            <a:xfrm>
              <a:off x="7098508" y="2405655"/>
              <a:ext cx="2817" cy="73516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19" y="0"/>
                  </a:moveTo>
                  <a:lnTo>
                    <a:pt x="1" y="38"/>
                  </a:lnTo>
                  <a:lnTo>
                    <a:pt x="1" y="503"/>
                  </a:lnTo>
                  <a:lnTo>
                    <a:pt x="19" y="52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48"/>
            <p:cNvSpPr/>
            <p:nvPr/>
          </p:nvSpPr>
          <p:spPr>
            <a:xfrm>
              <a:off x="7101184" y="2402979"/>
              <a:ext cx="2676" cy="81403"/>
            </a:xfrm>
            <a:custGeom>
              <a:avLst/>
              <a:gdLst/>
              <a:ahLst/>
              <a:cxnLst/>
              <a:rect l="l" t="t" r="r" b="b"/>
              <a:pathLst>
                <a:path w="19" h="578" extrusionOk="0">
                  <a:moveTo>
                    <a:pt x="19" y="1"/>
                  </a:moveTo>
                  <a:lnTo>
                    <a:pt x="0" y="19"/>
                  </a:lnTo>
                  <a:lnTo>
                    <a:pt x="0" y="541"/>
                  </a:lnTo>
                  <a:lnTo>
                    <a:pt x="19" y="57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48"/>
            <p:cNvSpPr/>
            <p:nvPr/>
          </p:nvSpPr>
          <p:spPr>
            <a:xfrm>
              <a:off x="7103719" y="2400444"/>
              <a:ext cx="5493" cy="86614"/>
            </a:xfrm>
            <a:custGeom>
              <a:avLst/>
              <a:gdLst/>
              <a:ahLst/>
              <a:cxnLst/>
              <a:rect l="l" t="t" r="r" b="b"/>
              <a:pathLst>
                <a:path w="39" h="615" extrusionOk="0">
                  <a:moveTo>
                    <a:pt x="38" y="0"/>
                  </a:moveTo>
                  <a:lnTo>
                    <a:pt x="1" y="19"/>
                  </a:lnTo>
                  <a:lnTo>
                    <a:pt x="1" y="596"/>
                  </a:lnTo>
                  <a:lnTo>
                    <a:pt x="38" y="614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48"/>
            <p:cNvSpPr/>
            <p:nvPr/>
          </p:nvSpPr>
          <p:spPr>
            <a:xfrm>
              <a:off x="2556818" y="3784276"/>
              <a:ext cx="1743115" cy="174311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6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1F133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5" name="Google Shape;645;p48"/>
          <p:cNvGrpSpPr/>
          <p:nvPr/>
        </p:nvGrpSpPr>
        <p:grpSpPr>
          <a:xfrm>
            <a:off x="-127072" y="4085003"/>
            <a:ext cx="1067211" cy="1065922"/>
            <a:chOff x="2651171" y="2397773"/>
            <a:chExt cx="2099568" cy="2097033"/>
          </a:xfrm>
        </p:grpSpPr>
        <p:sp>
          <p:nvSpPr>
            <p:cNvPr id="646" name="Google Shape;646;p48"/>
            <p:cNvSpPr/>
            <p:nvPr/>
          </p:nvSpPr>
          <p:spPr>
            <a:xfrm>
              <a:off x="2682577" y="2429319"/>
              <a:ext cx="2036756" cy="2036615"/>
            </a:xfrm>
            <a:custGeom>
              <a:avLst/>
              <a:gdLst/>
              <a:ahLst/>
              <a:cxnLst/>
              <a:rect l="l" t="t" r="r" b="b"/>
              <a:pathLst>
                <a:path w="14462" h="14461" extrusionOk="0">
                  <a:moveTo>
                    <a:pt x="7222" y="0"/>
                  </a:moveTo>
                  <a:lnTo>
                    <a:pt x="1" y="7221"/>
                  </a:lnTo>
                  <a:lnTo>
                    <a:pt x="7222" y="14461"/>
                  </a:lnTo>
                  <a:lnTo>
                    <a:pt x="14461" y="7221"/>
                  </a:lnTo>
                  <a:lnTo>
                    <a:pt x="7222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48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48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9" name="Google Shape;649;p48"/>
          <p:cNvSpPr/>
          <p:nvPr/>
        </p:nvSpPr>
        <p:spPr>
          <a:xfrm>
            <a:off x="7249668" y="4045148"/>
            <a:ext cx="572715" cy="572715"/>
          </a:xfrm>
          <a:custGeom>
            <a:avLst/>
            <a:gdLst/>
            <a:ahLst/>
            <a:cxnLst/>
            <a:rect l="l" t="t" r="r" b="b"/>
            <a:pathLst>
              <a:path w="12377" h="12377" extrusionOk="0">
                <a:moveTo>
                  <a:pt x="6179" y="0"/>
                </a:moveTo>
                <a:lnTo>
                  <a:pt x="0" y="6197"/>
                </a:lnTo>
                <a:lnTo>
                  <a:pt x="6179" y="12376"/>
                </a:lnTo>
                <a:lnTo>
                  <a:pt x="12376" y="6197"/>
                </a:lnTo>
                <a:lnTo>
                  <a:pt x="6179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rgbClr val="00FFFF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0" name="Google Shape;650;p48"/>
          <p:cNvGrpSpPr/>
          <p:nvPr/>
        </p:nvGrpSpPr>
        <p:grpSpPr>
          <a:xfrm>
            <a:off x="7009646" y="2171158"/>
            <a:ext cx="3966057" cy="4359080"/>
            <a:chOff x="5440750" y="1541475"/>
            <a:chExt cx="971525" cy="1067800"/>
          </a:xfrm>
        </p:grpSpPr>
        <p:sp>
          <p:nvSpPr>
            <p:cNvPr id="651" name="Google Shape;651;p48"/>
            <p:cNvSpPr/>
            <p:nvPr/>
          </p:nvSpPr>
          <p:spPr>
            <a:xfrm>
              <a:off x="5853925" y="1541475"/>
              <a:ext cx="309425" cy="30942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0"/>
                  </a:moveTo>
                  <a:lnTo>
                    <a:pt x="0" y="6197"/>
                  </a:lnTo>
                  <a:lnTo>
                    <a:pt x="6179" y="12376"/>
                  </a:lnTo>
                  <a:lnTo>
                    <a:pt x="12376" y="6197"/>
                  </a:lnTo>
                  <a:lnTo>
                    <a:pt x="617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48"/>
            <p:cNvSpPr/>
            <p:nvPr/>
          </p:nvSpPr>
          <p:spPr>
            <a:xfrm>
              <a:off x="5511025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98" y="31714"/>
                  </a:lnTo>
                  <a:lnTo>
                    <a:pt x="31731" y="16081"/>
                  </a:lnTo>
                  <a:lnTo>
                    <a:pt x="16098" y="429"/>
                  </a:lnTo>
                  <a:close/>
                  <a:moveTo>
                    <a:pt x="16098" y="32160"/>
                  </a:moveTo>
                  <a:lnTo>
                    <a:pt x="0" y="16081"/>
                  </a:lnTo>
                  <a:lnTo>
                    <a:pt x="16098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48"/>
            <p:cNvSpPr/>
            <p:nvPr/>
          </p:nvSpPr>
          <p:spPr>
            <a:xfrm>
              <a:off x="5487750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48"/>
            <p:cNvSpPr/>
            <p:nvPr/>
          </p:nvSpPr>
          <p:spPr>
            <a:xfrm>
              <a:off x="546447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29" y="16081"/>
                  </a:moveTo>
                  <a:lnTo>
                    <a:pt x="16081" y="31714"/>
                  </a:lnTo>
                  <a:lnTo>
                    <a:pt x="31714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48"/>
            <p:cNvSpPr/>
            <p:nvPr/>
          </p:nvSpPr>
          <p:spPr>
            <a:xfrm>
              <a:off x="544075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7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48"/>
            <p:cNvSpPr/>
            <p:nvPr/>
          </p:nvSpPr>
          <p:spPr>
            <a:xfrm>
              <a:off x="560780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1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48"/>
            <p:cNvSpPr/>
            <p:nvPr/>
          </p:nvSpPr>
          <p:spPr>
            <a:xfrm>
              <a:off x="558452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48"/>
            <p:cNvSpPr/>
            <p:nvPr/>
          </p:nvSpPr>
          <p:spPr>
            <a:xfrm>
              <a:off x="556127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28" y="16081"/>
                  </a:moveTo>
                  <a:lnTo>
                    <a:pt x="16080" y="31714"/>
                  </a:lnTo>
                  <a:lnTo>
                    <a:pt x="31713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5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48"/>
            <p:cNvSpPr/>
            <p:nvPr/>
          </p:nvSpPr>
          <p:spPr>
            <a:xfrm>
              <a:off x="553752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48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48"/>
            <p:cNvSpPr/>
            <p:nvPr/>
          </p:nvSpPr>
          <p:spPr>
            <a:xfrm>
              <a:off x="6167975" y="211840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48"/>
            <p:cNvSpPr/>
            <p:nvPr/>
          </p:nvSpPr>
          <p:spPr>
            <a:xfrm>
              <a:off x="6162400" y="2112825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6477" h="6477" extrusionOk="0">
                  <a:moveTo>
                    <a:pt x="428" y="3238"/>
                  </a:moveTo>
                  <a:lnTo>
                    <a:pt x="3238" y="6049"/>
                  </a:lnTo>
                  <a:lnTo>
                    <a:pt x="6030" y="3238"/>
                  </a:lnTo>
                  <a:lnTo>
                    <a:pt x="3238" y="447"/>
                  </a:lnTo>
                  <a:close/>
                  <a:moveTo>
                    <a:pt x="3238" y="6477"/>
                  </a:moveTo>
                  <a:lnTo>
                    <a:pt x="0" y="3238"/>
                  </a:lnTo>
                  <a:lnTo>
                    <a:pt x="3238" y="0"/>
                  </a:lnTo>
                  <a:lnTo>
                    <a:pt x="6477" y="323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48"/>
            <p:cNvSpPr/>
            <p:nvPr/>
          </p:nvSpPr>
          <p:spPr>
            <a:xfrm>
              <a:off x="6190775" y="2141200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48"/>
            <p:cNvSpPr/>
            <p:nvPr/>
          </p:nvSpPr>
          <p:spPr>
            <a:xfrm>
              <a:off x="5774825" y="2299850"/>
              <a:ext cx="309425" cy="30942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7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5" name="Google Shape;665;p49"/>
          <p:cNvGrpSpPr/>
          <p:nvPr/>
        </p:nvGrpSpPr>
        <p:grpSpPr>
          <a:xfrm>
            <a:off x="2787991" y="1287889"/>
            <a:ext cx="3563418" cy="3276021"/>
            <a:chOff x="4765450" y="2817950"/>
            <a:chExt cx="894275" cy="822150"/>
          </a:xfrm>
        </p:grpSpPr>
        <p:sp>
          <p:nvSpPr>
            <p:cNvPr id="666" name="Google Shape;666;p49"/>
            <p:cNvSpPr/>
            <p:nvPr/>
          </p:nvSpPr>
          <p:spPr>
            <a:xfrm>
              <a:off x="4837550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39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49"/>
            <p:cNvSpPr/>
            <p:nvPr/>
          </p:nvSpPr>
          <p:spPr>
            <a:xfrm>
              <a:off x="4813375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49"/>
            <p:cNvSpPr/>
            <p:nvPr/>
          </p:nvSpPr>
          <p:spPr>
            <a:xfrm>
              <a:off x="4789625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40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49"/>
            <p:cNvSpPr/>
            <p:nvPr/>
          </p:nvSpPr>
          <p:spPr>
            <a:xfrm>
              <a:off x="4765450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0" name="Google Shape;670;p49"/>
          <p:cNvGrpSpPr/>
          <p:nvPr/>
        </p:nvGrpSpPr>
        <p:grpSpPr>
          <a:xfrm>
            <a:off x="7185910" y="-217751"/>
            <a:ext cx="2872292" cy="2378232"/>
            <a:chOff x="2210400" y="2558550"/>
            <a:chExt cx="971025" cy="804000"/>
          </a:xfrm>
        </p:grpSpPr>
        <p:sp>
          <p:nvSpPr>
            <p:cNvPr id="671" name="Google Shape;671;p49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49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49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49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49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49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49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49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9" name="Google Shape;679;p49"/>
          <p:cNvGrpSpPr/>
          <p:nvPr/>
        </p:nvGrpSpPr>
        <p:grpSpPr>
          <a:xfrm flipH="1">
            <a:off x="8813326" y="-9"/>
            <a:ext cx="849275" cy="848250"/>
            <a:chOff x="8751122" y="1283566"/>
            <a:chExt cx="849275" cy="848250"/>
          </a:xfrm>
        </p:grpSpPr>
        <p:sp>
          <p:nvSpPr>
            <p:cNvPr id="680" name="Google Shape;680;p49"/>
            <p:cNvSpPr/>
            <p:nvPr/>
          </p:nvSpPr>
          <p:spPr>
            <a:xfrm flipH="1">
              <a:off x="8763662" y="1295866"/>
              <a:ext cx="823936" cy="823879"/>
            </a:xfrm>
            <a:custGeom>
              <a:avLst/>
              <a:gdLst/>
              <a:ahLst/>
              <a:cxnLst/>
              <a:rect l="l" t="t" r="r" b="b"/>
              <a:pathLst>
                <a:path w="14462" h="14461" extrusionOk="0">
                  <a:moveTo>
                    <a:pt x="7222" y="0"/>
                  </a:moveTo>
                  <a:lnTo>
                    <a:pt x="1" y="7221"/>
                  </a:lnTo>
                  <a:lnTo>
                    <a:pt x="7222" y="14461"/>
                  </a:lnTo>
                  <a:lnTo>
                    <a:pt x="14461" y="7221"/>
                  </a:lnTo>
                  <a:lnTo>
                    <a:pt x="7222" y="0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1F133E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81" name="Google Shape;681;p49"/>
            <p:cNvGrpSpPr/>
            <p:nvPr/>
          </p:nvGrpSpPr>
          <p:grpSpPr>
            <a:xfrm flipH="1">
              <a:off x="8751122" y="1283566"/>
              <a:ext cx="849275" cy="848250"/>
              <a:chOff x="2651171" y="2397773"/>
              <a:chExt cx="2099568" cy="2097033"/>
            </a:xfrm>
          </p:grpSpPr>
          <p:sp>
            <p:nvSpPr>
              <p:cNvPr id="682" name="Google Shape;682;p49"/>
              <p:cNvSpPr/>
              <p:nvPr/>
            </p:nvSpPr>
            <p:spPr>
              <a:xfrm>
                <a:off x="2651171" y="2397773"/>
                <a:ext cx="2099568" cy="2097033"/>
              </a:xfrm>
              <a:custGeom>
                <a:avLst/>
                <a:gdLst/>
                <a:ahLst/>
                <a:cxnLst/>
                <a:rect l="l" t="t" r="r" b="b"/>
                <a:pathLst>
                  <a:path w="14908" h="14890" extrusionOk="0">
                    <a:moveTo>
                      <a:pt x="447" y="7445"/>
                    </a:moveTo>
                    <a:lnTo>
                      <a:pt x="7445" y="14461"/>
                    </a:lnTo>
                    <a:lnTo>
                      <a:pt x="14461" y="7445"/>
                    </a:lnTo>
                    <a:lnTo>
                      <a:pt x="7445" y="429"/>
                    </a:lnTo>
                    <a:close/>
                    <a:moveTo>
                      <a:pt x="7445" y="14889"/>
                    </a:moveTo>
                    <a:lnTo>
                      <a:pt x="0" y="7445"/>
                    </a:lnTo>
                    <a:lnTo>
                      <a:pt x="7445" y="1"/>
                    </a:lnTo>
                    <a:lnTo>
                      <a:pt x="14908" y="7445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3" name="Google Shape;683;p49"/>
              <p:cNvSpPr/>
              <p:nvPr/>
            </p:nvSpPr>
            <p:spPr>
              <a:xfrm>
                <a:off x="3033817" y="2780418"/>
                <a:ext cx="1334271" cy="1334271"/>
              </a:xfrm>
              <a:custGeom>
                <a:avLst/>
                <a:gdLst/>
                <a:ahLst/>
                <a:cxnLst/>
                <a:rect l="l" t="t" r="r" b="b"/>
                <a:pathLst>
                  <a:path w="9474" h="9474" extrusionOk="0">
                    <a:moveTo>
                      <a:pt x="429" y="4728"/>
                    </a:moveTo>
                    <a:lnTo>
                      <a:pt x="4728" y="9027"/>
                    </a:lnTo>
                    <a:lnTo>
                      <a:pt x="9027" y="4728"/>
                    </a:lnTo>
                    <a:lnTo>
                      <a:pt x="4728" y="429"/>
                    </a:lnTo>
                    <a:close/>
                    <a:moveTo>
                      <a:pt x="4728" y="9474"/>
                    </a:moveTo>
                    <a:lnTo>
                      <a:pt x="1" y="4728"/>
                    </a:lnTo>
                    <a:lnTo>
                      <a:pt x="4728" y="1"/>
                    </a:lnTo>
                    <a:lnTo>
                      <a:pt x="9473" y="4728"/>
                    </a:lnTo>
                    <a:close/>
                  </a:path>
                </a:pathLst>
              </a:custGeom>
              <a:gradFill>
                <a:gsLst>
                  <a:gs pos="0">
                    <a:srgbClr val="674EA7"/>
                  </a:gs>
                  <a:gs pos="100000">
                    <a:srgbClr val="351C75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84" name="Google Shape;684;p49"/>
          <p:cNvGrpSpPr/>
          <p:nvPr/>
        </p:nvGrpSpPr>
        <p:grpSpPr>
          <a:xfrm>
            <a:off x="-259090" y="4167881"/>
            <a:ext cx="1142271" cy="1145681"/>
            <a:chOff x="6167975" y="2118400"/>
            <a:chExt cx="150775" cy="151225"/>
          </a:xfrm>
        </p:grpSpPr>
        <p:sp>
          <p:nvSpPr>
            <p:cNvPr id="685" name="Google Shape;685;p49"/>
            <p:cNvSpPr/>
            <p:nvPr/>
          </p:nvSpPr>
          <p:spPr>
            <a:xfrm>
              <a:off x="6167975" y="211840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49"/>
            <p:cNvSpPr/>
            <p:nvPr/>
          </p:nvSpPr>
          <p:spPr>
            <a:xfrm>
              <a:off x="6190775" y="2141200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7" name="Google Shape;687;p49"/>
          <p:cNvGrpSpPr/>
          <p:nvPr/>
        </p:nvGrpSpPr>
        <p:grpSpPr>
          <a:xfrm>
            <a:off x="-269226" y="3517179"/>
            <a:ext cx="1162531" cy="1161127"/>
            <a:chOff x="2651171" y="2397773"/>
            <a:chExt cx="2099568" cy="2097033"/>
          </a:xfrm>
        </p:grpSpPr>
        <p:sp>
          <p:nvSpPr>
            <p:cNvPr id="688" name="Google Shape;688;p49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49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0" name="Google Shape;690;p49"/>
          <p:cNvSpPr/>
          <p:nvPr/>
        </p:nvSpPr>
        <p:spPr>
          <a:xfrm>
            <a:off x="7472262" y="127554"/>
            <a:ext cx="823936" cy="823879"/>
          </a:xfrm>
          <a:custGeom>
            <a:avLst/>
            <a:gdLst/>
            <a:ahLst/>
            <a:cxnLst/>
            <a:rect l="l" t="t" r="r" b="b"/>
            <a:pathLst>
              <a:path w="14462" h="14461" extrusionOk="0">
                <a:moveTo>
                  <a:pt x="7222" y="0"/>
                </a:moveTo>
                <a:lnTo>
                  <a:pt x="1" y="7221"/>
                </a:lnTo>
                <a:lnTo>
                  <a:pt x="7222" y="14461"/>
                </a:lnTo>
                <a:lnTo>
                  <a:pt x="14461" y="7221"/>
                </a:lnTo>
                <a:lnTo>
                  <a:pt x="7222" y="0"/>
                </a:lnTo>
                <a:close/>
              </a:path>
            </a:pathLst>
          </a:custGeom>
          <a:gradFill>
            <a:gsLst>
              <a:gs pos="0">
                <a:srgbClr val="4E29AA"/>
              </a:gs>
              <a:gs pos="100000">
                <a:srgbClr val="1F133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49"/>
          <p:cNvSpPr txBox="1">
            <a:spLocks noGrp="1"/>
          </p:cNvSpPr>
          <p:nvPr>
            <p:ph type="title"/>
          </p:nvPr>
        </p:nvSpPr>
        <p:spPr>
          <a:xfrm>
            <a:off x="883200" y="1287888"/>
            <a:ext cx="2168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92" name="Google Shape;692;p49"/>
          <p:cNvSpPr txBox="1">
            <a:spLocks noGrp="1"/>
          </p:cNvSpPr>
          <p:nvPr>
            <p:ph type="subTitle" idx="1"/>
          </p:nvPr>
        </p:nvSpPr>
        <p:spPr>
          <a:xfrm>
            <a:off x="883201" y="1731875"/>
            <a:ext cx="2168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3" name="Google Shape;693;p49"/>
          <p:cNvSpPr txBox="1">
            <a:spLocks noGrp="1"/>
          </p:cNvSpPr>
          <p:nvPr>
            <p:ph type="title" idx="2"/>
          </p:nvPr>
        </p:nvSpPr>
        <p:spPr>
          <a:xfrm>
            <a:off x="883201" y="2445568"/>
            <a:ext cx="2168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94" name="Google Shape;694;p49"/>
          <p:cNvSpPr txBox="1">
            <a:spLocks noGrp="1"/>
          </p:cNvSpPr>
          <p:nvPr>
            <p:ph type="subTitle" idx="3"/>
          </p:nvPr>
        </p:nvSpPr>
        <p:spPr>
          <a:xfrm>
            <a:off x="883201" y="2884841"/>
            <a:ext cx="2168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5" name="Google Shape;695;p49"/>
          <p:cNvSpPr txBox="1">
            <a:spLocks noGrp="1"/>
          </p:cNvSpPr>
          <p:nvPr>
            <p:ph type="title" idx="4"/>
          </p:nvPr>
        </p:nvSpPr>
        <p:spPr>
          <a:xfrm>
            <a:off x="883176" y="3577196"/>
            <a:ext cx="2168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96" name="Google Shape;696;p49"/>
          <p:cNvSpPr txBox="1">
            <a:spLocks noGrp="1"/>
          </p:cNvSpPr>
          <p:nvPr>
            <p:ph type="subTitle" idx="5"/>
          </p:nvPr>
        </p:nvSpPr>
        <p:spPr>
          <a:xfrm>
            <a:off x="883176" y="4020638"/>
            <a:ext cx="2168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7" name="Google Shape;697;p49"/>
          <p:cNvSpPr txBox="1">
            <a:spLocks noGrp="1"/>
          </p:cNvSpPr>
          <p:nvPr>
            <p:ph type="title" idx="6"/>
          </p:nvPr>
        </p:nvSpPr>
        <p:spPr>
          <a:xfrm>
            <a:off x="713225" y="539500"/>
            <a:ext cx="7717500" cy="5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698" name="Google Shape;698;p49"/>
          <p:cNvSpPr txBox="1">
            <a:spLocks noGrp="1"/>
          </p:cNvSpPr>
          <p:nvPr>
            <p:ph type="title" idx="7"/>
          </p:nvPr>
        </p:nvSpPr>
        <p:spPr>
          <a:xfrm>
            <a:off x="6092700" y="1287888"/>
            <a:ext cx="2168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99" name="Google Shape;699;p49"/>
          <p:cNvSpPr txBox="1">
            <a:spLocks noGrp="1"/>
          </p:cNvSpPr>
          <p:nvPr>
            <p:ph type="subTitle" idx="8"/>
          </p:nvPr>
        </p:nvSpPr>
        <p:spPr>
          <a:xfrm>
            <a:off x="6092701" y="1731875"/>
            <a:ext cx="2168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0" name="Google Shape;700;p49"/>
          <p:cNvSpPr txBox="1">
            <a:spLocks noGrp="1"/>
          </p:cNvSpPr>
          <p:nvPr>
            <p:ph type="title" idx="9"/>
          </p:nvPr>
        </p:nvSpPr>
        <p:spPr>
          <a:xfrm>
            <a:off x="6092701" y="2445568"/>
            <a:ext cx="2168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01" name="Google Shape;701;p49"/>
          <p:cNvSpPr txBox="1">
            <a:spLocks noGrp="1"/>
          </p:cNvSpPr>
          <p:nvPr>
            <p:ph type="subTitle" idx="13"/>
          </p:nvPr>
        </p:nvSpPr>
        <p:spPr>
          <a:xfrm>
            <a:off x="6092701" y="2884841"/>
            <a:ext cx="2168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2" name="Google Shape;702;p49"/>
          <p:cNvSpPr txBox="1">
            <a:spLocks noGrp="1"/>
          </p:cNvSpPr>
          <p:nvPr>
            <p:ph type="title" idx="14"/>
          </p:nvPr>
        </p:nvSpPr>
        <p:spPr>
          <a:xfrm>
            <a:off x="6092676" y="3577196"/>
            <a:ext cx="2168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03" name="Google Shape;703;p49"/>
          <p:cNvSpPr txBox="1">
            <a:spLocks noGrp="1"/>
          </p:cNvSpPr>
          <p:nvPr>
            <p:ph type="subTitle" idx="15"/>
          </p:nvPr>
        </p:nvSpPr>
        <p:spPr>
          <a:xfrm>
            <a:off x="6092676" y="4020638"/>
            <a:ext cx="2168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_ONLY_6"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50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grpSp>
        <p:nvGrpSpPr>
          <p:cNvPr id="706" name="Google Shape;706;p50"/>
          <p:cNvGrpSpPr/>
          <p:nvPr/>
        </p:nvGrpSpPr>
        <p:grpSpPr>
          <a:xfrm rot="10800000" flipH="1">
            <a:off x="-1801065" y="629505"/>
            <a:ext cx="4015313" cy="3884503"/>
            <a:chOff x="5440750" y="1669400"/>
            <a:chExt cx="971525" cy="939875"/>
          </a:xfrm>
        </p:grpSpPr>
        <p:sp>
          <p:nvSpPr>
            <p:cNvPr id="707" name="Google Shape;707;p50"/>
            <p:cNvSpPr/>
            <p:nvPr/>
          </p:nvSpPr>
          <p:spPr>
            <a:xfrm>
              <a:off x="5511025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98" y="31714"/>
                  </a:lnTo>
                  <a:lnTo>
                    <a:pt x="31731" y="16081"/>
                  </a:lnTo>
                  <a:lnTo>
                    <a:pt x="16098" y="429"/>
                  </a:lnTo>
                  <a:close/>
                  <a:moveTo>
                    <a:pt x="16098" y="32160"/>
                  </a:moveTo>
                  <a:lnTo>
                    <a:pt x="0" y="16081"/>
                  </a:lnTo>
                  <a:lnTo>
                    <a:pt x="16098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50"/>
            <p:cNvSpPr/>
            <p:nvPr/>
          </p:nvSpPr>
          <p:spPr>
            <a:xfrm>
              <a:off x="5487750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50"/>
            <p:cNvSpPr/>
            <p:nvPr/>
          </p:nvSpPr>
          <p:spPr>
            <a:xfrm>
              <a:off x="546447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29" y="16081"/>
                  </a:moveTo>
                  <a:lnTo>
                    <a:pt x="16081" y="31714"/>
                  </a:lnTo>
                  <a:lnTo>
                    <a:pt x="31714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50"/>
            <p:cNvSpPr/>
            <p:nvPr/>
          </p:nvSpPr>
          <p:spPr>
            <a:xfrm>
              <a:off x="544075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7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50"/>
            <p:cNvSpPr/>
            <p:nvPr/>
          </p:nvSpPr>
          <p:spPr>
            <a:xfrm>
              <a:off x="560780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1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50"/>
            <p:cNvSpPr/>
            <p:nvPr/>
          </p:nvSpPr>
          <p:spPr>
            <a:xfrm>
              <a:off x="558452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50"/>
            <p:cNvSpPr/>
            <p:nvPr/>
          </p:nvSpPr>
          <p:spPr>
            <a:xfrm>
              <a:off x="556127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28" y="16081"/>
                  </a:moveTo>
                  <a:lnTo>
                    <a:pt x="16080" y="31714"/>
                  </a:lnTo>
                  <a:lnTo>
                    <a:pt x="31713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5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50"/>
            <p:cNvSpPr/>
            <p:nvPr/>
          </p:nvSpPr>
          <p:spPr>
            <a:xfrm>
              <a:off x="553752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48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50"/>
            <p:cNvSpPr/>
            <p:nvPr/>
          </p:nvSpPr>
          <p:spPr>
            <a:xfrm>
              <a:off x="6167975" y="211840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50"/>
            <p:cNvSpPr/>
            <p:nvPr/>
          </p:nvSpPr>
          <p:spPr>
            <a:xfrm>
              <a:off x="6162400" y="2112825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6477" h="6477" extrusionOk="0">
                  <a:moveTo>
                    <a:pt x="428" y="3238"/>
                  </a:moveTo>
                  <a:lnTo>
                    <a:pt x="3238" y="6049"/>
                  </a:lnTo>
                  <a:lnTo>
                    <a:pt x="6030" y="3238"/>
                  </a:lnTo>
                  <a:lnTo>
                    <a:pt x="3238" y="447"/>
                  </a:lnTo>
                  <a:close/>
                  <a:moveTo>
                    <a:pt x="3238" y="6477"/>
                  </a:moveTo>
                  <a:lnTo>
                    <a:pt x="0" y="3238"/>
                  </a:lnTo>
                  <a:lnTo>
                    <a:pt x="3238" y="0"/>
                  </a:lnTo>
                  <a:lnTo>
                    <a:pt x="6477" y="323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50"/>
            <p:cNvSpPr/>
            <p:nvPr/>
          </p:nvSpPr>
          <p:spPr>
            <a:xfrm>
              <a:off x="6190775" y="2141200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674EA7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50"/>
            <p:cNvSpPr/>
            <p:nvPr/>
          </p:nvSpPr>
          <p:spPr>
            <a:xfrm>
              <a:off x="6060950" y="2061175"/>
              <a:ext cx="500" cy="950"/>
            </a:xfrm>
            <a:custGeom>
              <a:avLst/>
              <a:gdLst/>
              <a:ahLst/>
              <a:cxnLst/>
              <a:rect l="l" t="t" r="r" b="b"/>
              <a:pathLst>
                <a:path w="20" h="38" extrusionOk="0">
                  <a:moveTo>
                    <a:pt x="20" y="0"/>
                  </a:moveTo>
                  <a:lnTo>
                    <a:pt x="1" y="19"/>
                  </a:lnTo>
                  <a:lnTo>
                    <a:pt x="20" y="37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50"/>
            <p:cNvSpPr/>
            <p:nvPr/>
          </p:nvSpPr>
          <p:spPr>
            <a:xfrm>
              <a:off x="6061425" y="2060700"/>
              <a:ext cx="500" cy="2350"/>
            </a:xfrm>
            <a:custGeom>
              <a:avLst/>
              <a:gdLst/>
              <a:ahLst/>
              <a:cxnLst/>
              <a:rect l="l" t="t" r="r" b="b"/>
              <a:pathLst>
                <a:path w="20" h="94" extrusionOk="0">
                  <a:moveTo>
                    <a:pt x="19" y="1"/>
                  </a:moveTo>
                  <a:lnTo>
                    <a:pt x="1" y="19"/>
                  </a:lnTo>
                  <a:lnTo>
                    <a:pt x="1" y="56"/>
                  </a:lnTo>
                  <a:lnTo>
                    <a:pt x="19" y="94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50"/>
            <p:cNvSpPr/>
            <p:nvPr/>
          </p:nvSpPr>
          <p:spPr>
            <a:xfrm>
              <a:off x="6061900" y="2060225"/>
              <a:ext cx="950" cy="3300"/>
            </a:xfrm>
            <a:custGeom>
              <a:avLst/>
              <a:gdLst/>
              <a:ahLst/>
              <a:cxnLst/>
              <a:rect l="l" t="t" r="r" b="b"/>
              <a:pathLst>
                <a:path w="38" h="132" extrusionOk="0">
                  <a:moveTo>
                    <a:pt x="37" y="1"/>
                  </a:moveTo>
                  <a:lnTo>
                    <a:pt x="0" y="20"/>
                  </a:lnTo>
                  <a:lnTo>
                    <a:pt x="0" y="113"/>
                  </a:lnTo>
                  <a:lnTo>
                    <a:pt x="37" y="131"/>
                  </a:lnTo>
                  <a:lnTo>
                    <a:pt x="37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50"/>
            <p:cNvSpPr/>
            <p:nvPr/>
          </p:nvSpPr>
          <p:spPr>
            <a:xfrm>
              <a:off x="6062825" y="2059775"/>
              <a:ext cx="500" cy="4200"/>
            </a:xfrm>
            <a:custGeom>
              <a:avLst/>
              <a:gdLst/>
              <a:ahLst/>
              <a:cxnLst/>
              <a:rect l="l" t="t" r="r" b="b"/>
              <a:pathLst>
                <a:path w="20" h="168" extrusionOk="0">
                  <a:moveTo>
                    <a:pt x="19" y="0"/>
                  </a:moveTo>
                  <a:lnTo>
                    <a:pt x="0" y="19"/>
                  </a:lnTo>
                  <a:lnTo>
                    <a:pt x="0" y="149"/>
                  </a:lnTo>
                  <a:lnTo>
                    <a:pt x="19" y="16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50"/>
            <p:cNvSpPr/>
            <p:nvPr/>
          </p:nvSpPr>
          <p:spPr>
            <a:xfrm>
              <a:off x="6063300" y="2058850"/>
              <a:ext cx="475" cy="5600"/>
            </a:xfrm>
            <a:custGeom>
              <a:avLst/>
              <a:gdLst/>
              <a:ahLst/>
              <a:cxnLst/>
              <a:rect l="l" t="t" r="r" b="b"/>
              <a:pathLst>
                <a:path w="19" h="224" extrusionOk="0">
                  <a:moveTo>
                    <a:pt x="19" y="0"/>
                  </a:moveTo>
                  <a:lnTo>
                    <a:pt x="0" y="37"/>
                  </a:lnTo>
                  <a:lnTo>
                    <a:pt x="0" y="205"/>
                  </a:lnTo>
                  <a:lnTo>
                    <a:pt x="19" y="22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50"/>
            <p:cNvSpPr/>
            <p:nvPr/>
          </p:nvSpPr>
          <p:spPr>
            <a:xfrm>
              <a:off x="6063750" y="2058375"/>
              <a:ext cx="500" cy="6550"/>
            </a:xfrm>
            <a:custGeom>
              <a:avLst/>
              <a:gdLst/>
              <a:ahLst/>
              <a:cxnLst/>
              <a:rect l="l" t="t" r="r" b="b"/>
              <a:pathLst>
                <a:path w="20" h="262" extrusionOk="0">
                  <a:moveTo>
                    <a:pt x="19" y="1"/>
                  </a:moveTo>
                  <a:lnTo>
                    <a:pt x="1" y="19"/>
                  </a:lnTo>
                  <a:lnTo>
                    <a:pt x="1" y="242"/>
                  </a:lnTo>
                  <a:lnTo>
                    <a:pt x="19" y="26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50"/>
            <p:cNvSpPr/>
            <p:nvPr/>
          </p:nvSpPr>
          <p:spPr>
            <a:xfrm>
              <a:off x="6064225" y="2057900"/>
              <a:ext cx="475" cy="7475"/>
            </a:xfrm>
            <a:custGeom>
              <a:avLst/>
              <a:gdLst/>
              <a:ahLst/>
              <a:cxnLst/>
              <a:rect l="l" t="t" r="r" b="b"/>
              <a:pathLst>
                <a:path w="19" h="299" extrusionOk="0">
                  <a:moveTo>
                    <a:pt x="19" y="1"/>
                  </a:moveTo>
                  <a:lnTo>
                    <a:pt x="0" y="20"/>
                  </a:lnTo>
                  <a:lnTo>
                    <a:pt x="0" y="280"/>
                  </a:lnTo>
                  <a:lnTo>
                    <a:pt x="19" y="29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50"/>
            <p:cNvSpPr/>
            <p:nvPr/>
          </p:nvSpPr>
          <p:spPr>
            <a:xfrm>
              <a:off x="6064675" y="2057450"/>
              <a:ext cx="500" cy="8850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9" y="0"/>
                  </a:moveTo>
                  <a:lnTo>
                    <a:pt x="1" y="19"/>
                  </a:lnTo>
                  <a:lnTo>
                    <a:pt x="1" y="317"/>
                  </a:lnTo>
                  <a:lnTo>
                    <a:pt x="19" y="35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50"/>
            <p:cNvSpPr/>
            <p:nvPr/>
          </p:nvSpPr>
          <p:spPr>
            <a:xfrm>
              <a:off x="6065150" y="2056975"/>
              <a:ext cx="950" cy="9800"/>
            </a:xfrm>
            <a:custGeom>
              <a:avLst/>
              <a:gdLst/>
              <a:ahLst/>
              <a:cxnLst/>
              <a:rect l="l" t="t" r="r" b="b"/>
              <a:pathLst>
                <a:path w="38" h="392" extrusionOk="0">
                  <a:moveTo>
                    <a:pt x="38" y="1"/>
                  </a:moveTo>
                  <a:lnTo>
                    <a:pt x="0" y="19"/>
                  </a:lnTo>
                  <a:lnTo>
                    <a:pt x="0" y="373"/>
                  </a:lnTo>
                  <a:lnTo>
                    <a:pt x="38" y="392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50"/>
            <p:cNvSpPr/>
            <p:nvPr/>
          </p:nvSpPr>
          <p:spPr>
            <a:xfrm>
              <a:off x="6066075" y="2056525"/>
              <a:ext cx="500" cy="10725"/>
            </a:xfrm>
            <a:custGeom>
              <a:avLst/>
              <a:gdLst/>
              <a:ahLst/>
              <a:cxnLst/>
              <a:rect l="l" t="t" r="r" b="b"/>
              <a:pathLst>
                <a:path w="20" h="429" extrusionOk="0">
                  <a:moveTo>
                    <a:pt x="19" y="0"/>
                  </a:moveTo>
                  <a:lnTo>
                    <a:pt x="1" y="19"/>
                  </a:lnTo>
                  <a:lnTo>
                    <a:pt x="1" y="410"/>
                  </a:lnTo>
                  <a:lnTo>
                    <a:pt x="19" y="42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50"/>
            <p:cNvSpPr/>
            <p:nvPr/>
          </p:nvSpPr>
          <p:spPr>
            <a:xfrm>
              <a:off x="6066550" y="2055575"/>
              <a:ext cx="475" cy="12125"/>
            </a:xfrm>
            <a:custGeom>
              <a:avLst/>
              <a:gdLst/>
              <a:ahLst/>
              <a:cxnLst/>
              <a:rect l="l" t="t" r="r" b="b"/>
              <a:pathLst>
                <a:path w="19" h="485" extrusionOk="0">
                  <a:moveTo>
                    <a:pt x="19" y="1"/>
                  </a:moveTo>
                  <a:lnTo>
                    <a:pt x="0" y="38"/>
                  </a:lnTo>
                  <a:lnTo>
                    <a:pt x="0" y="466"/>
                  </a:lnTo>
                  <a:lnTo>
                    <a:pt x="19" y="48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50"/>
            <p:cNvSpPr/>
            <p:nvPr/>
          </p:nvSpPr>
          <p:spPr>
            <a:xfrm>
              <a:off x="6067000" y="2055125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20" y="0"/>
                  </a:moveTo>
                  <a:lnTo>
                    <a:pt x="1" y="19"/>
                  </a:lnTo>
                  <a:lnTo>
                    <a:pt x="1" y="503"/>
                  </a:lnTo>
                  <a:lnTo>
                    <a:pt x="20" y="521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50"/>
            <p:cNvSpPr/>
            <p:nvPr/>
          </p:nvSpPr>
          <p:spPr>
            <a:xfrm>
              <a:off x="6067475" y="2054650"/>
              <a:ext cx="500" cy="13975"/>
            </a:xfrm>
            <a:custGeom>
              <a:avLst/>
              <a:gdLst/>
              <a:ahLst/>
              <a:cxnLst/>
              <a:rect l="l" t="t" r="r" b="b"/>
              <a:pathLst>
                <a:path w="20" h="559" extrusionOk="0">
                  <a:moveTo>
                    <a:pt x="19" y="1"/>
                  </a:moveTo>
                  <a:lnTo>
                    <a:pt x="1" y="19"/>
                  </a:lnTo>
                  <a:lnTo>
                    <a:pt x="1" y="540"/>
                  </a:lnTo>
                  <a:lnTo>
                    <a:pt x="19" y="55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50"/>
            <p:cNvSpPr/>
            <p:nvPr/>
          </p:nvSpPr>
          <p:spPr>
            <a:xfrm>
              <a:off x="6067950" y="2054200"/>
              <a:ext cx="475" cy="15375"/>
            </a:xfrm>
            <a:custGeom>
              <a:avLst/>
              <a:gdLst/>
              <a:ahLst/>
              <a:cxnLst/>
              <a:rect l="l" t="t" r="r" b="b"/>
              <a:pathLst>
                <a:path w="19" h="615" extrusionOk="0">
                  <a:moveTo>
                    <a:pt x="19" y="0"/>
                  </a:moveTo>
                  <a:lnTo>
                    <a:pt x="0" y="19"/>
                  </a:lnTo>
                  <a:lnTo>
                    <a:pt x="0" y="577"/>
                  </a:lnTo>
                  <a:lnTo>
                    <a:pt x="19" y="614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50"/>
            <p:cNvSpPr/>
            <p:nvPr/>
          </p:nvSpPr>
          <p:spPr>
            <a:xfrm>
              <a:off x="6068400" y="2053725"/>
              <a:ext cx="950" cy="16300"/>
            </a:xfrm>
            <a:custGeom>
              <a:avLst/>
              <a:gdLst/>
              <a:ahLst/>
              <a:cxnLst/>
              <a:rect l="l" t="t" r="r" b="b"/>
              <a:pathLst>
                <a:path w="38" h="652" extrusionOk="0">
                  <a:moveTo>
                    <a:pt x="38" y="0"/>
                  </a:moveTo>
                  <a:lnTo>
                    <a:pt x="1" y="19"/>
                  </a:lnTo>
                  <a:lnTo>
                    <a:pt x="1" y="633"/>
                  </a:lnTo>
                  <a:lnTo>
                    <a:pt x="38" y="652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50"/>
            <p:cNvSpPr/>
            <p:nvPr/>
          </p:nvSpPr>
          <p:spPr>
            <a:xfrm>
              <a:off x="6069325" y="2053250"/>
              <a:ext cx="500" cy="17250"/>
            </a:xfrm>
            <a:custGeom>
              <a:avLst/>
              <a:gdLst/>
              <a:ahLst/>
              <a:cxnLst/>
              <a:rect l="l" t="t" r="r" b="b"/>
              <a:pathLst>
                <a:path w="20" h="690" extrusionOk="0">
                  <a:moveTo>
                    <a:pt x="20" y="1"/>
                  </a:moveTo>
                  <a:lnTo>
                    <a:pt x="1" y="19"/>
                  </a:lnTo>
                  <a:lnTo>
                    <a:pt x="1" y="671"/>
                  </a:lnTo>
                  <a:lnTo>
                    <a:pt x="20" y="689"/>
                  </a:lnTo>
                  <a:lnTo>
                    <a:pt x="2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50"/>
            <p:cNvSpPr/>
            <p:nvPr/>
          </p:nvSpPr>
          <p:spPr>
            <a:xfrm>
              <a:off x="6069800" y="2052325"/>
              <a:ext cx="500" cy="18650"/>
            </a:xfrm>
            <a:custGeom>
              <a:avLst/>
              <a:gdLst/>
              <a:ahLst/>
              <a:cxnLst/>
              <a:rect l="l" t="t" r="r" b="b"/>
              <a:pathLst>
                <a:path w="20" h="746" extrusionOk="0">
                  <a:moveTo>
                    <a:pt x="19" y="1"/>
                  </a:moveTo>
                  <a:lnTo>
                    <a:pt x="1" y="38"/>
                  </a:lnTo>
                  <a:lnTo>
                    <a:pt x="1" y="726"/>
                  </a:lnTo>
                  <a:lnTo>
                    <a:pt x="19" y="74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50"/>
            <p:cNvSpPr/>
            <p:nvPr/>
          </p:nvSpPr>
          <p:spPr>
            <a:xfrm>
              <a:off x="6070275" y="2051875"/>
              <a:ext cx="475" cy="19550"/>
            </a:xfrm>
            <a:custGeom>
              <a:avLst/>
              <a:gdLst/>
              <a:ahLst/>
              <a:cxnLst/>
              <a:rect l="l" t="t" r="r" b="b"/>
              <a:pathLst>
                <a:path w="19" h="782" extrusionOk="0">
                  <a:moveTo>
                    <a:pt x="19" y="0"/>
                  </a:moveTo>
                  <a:lnTo>
                    <a:pt x="0" y="19"/>
                  </a:lnTo>
                  <a:lnTo>
                    <a:pt x="0" y="763"/>
                  </a:lnTo>
                  <a:lnTo>
                    <a:pt x="19" y="78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50"/>
            <p:cNvSpPr/>
            <p:nvPr/>
          </p:nvSpPr>
          <p:spPr>
            <a:xfrm>
              <a:off x="6070725" y="2051400"/>
              <a:ext cx="500" cy="20500"/>
            </a:xfrm>
            <a:custGeom>
              <a:avLst/>
              <a:gdLst/>
              <a:ahLst/>
              <a:cxnLst/>
              <a:rect l="l" t="t" r="r" b="b"/>
              <a:pathLst>
                <a:path w="20" h="820" extrusionOk="0">
                  <a:moveTo>
                    <a:pt x="19" y="0"/>
                  </a:moveTo>
                  <a:lnTo>
                    <a:pt x="1" y="19"/>
                  </a:lnTo>
                  <a:lnTo>
                    <a:pt x="1" y="801"/>
                  </a:lnTo>
                  <a:lnTo>
                    <a:pt x="19" y="819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50"/>
            <p:cNvSpPr/>
            <p:nvPr/>
          </p:nvSpPr>
          <p:spPr>
            <a:xfrm>
              <a:off x="6071200" y="2050925"/>
              <a:ext cx="500" cy="21900"/>
            </a:xfrm>
            <a:custGeom>
              <a:avLst/>
              <a:gdLst/>
              <a:ahLst/>
              <a:cxnLst/>
              <a:rect l="l" t="t" r="r" b="b"/>
              <a:pathLst>
                <a:path w="20" h="876" extrusionOk="0">
                  <a:moveTo>
                    <a:pt x="19" y="1"/>
                  </a:moveTo>
                  <a:lnTo>
                    <a:pt x="0" y="19"/>
                  </a:lnTo>
                  <a:lnTo>
                    <a:pt x="0" y="838"/>
                  </a:lnTo>
                  <a:lnTo>
                    <a:pt x="19" y="87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50"/>
            <p:cNvSpPr/>
            <p:nvPr/>
          </p:nvSpPr>
          <p:spPr>
            <a:xfrm>
              <a:off x="6071675" y="2050475"/>
              <a:ext cx="950" cy="22825"/>
            </a:xfrm>
            <a:custGeom>
              <a:avLst/>
              <a:gdLst/>
              <a:ahLst/>
              <a:cxnLst/>
              <a:rect l="l" t="t" r="r" b="b"/>
              <a:pathLst>
                <a:path w="38" h="913" extrusionOk="0">
                  <a:moveTo>
                    <a:pt x="37" y="0"/>
                  </a:moveTo>
                  <a:lnTo>
                    <a:pt x="0" y="19"/>
                  </a:lnTo>
                  <a:lnTo>
                    <a:pt x="0" y="893"/>
                  </a:lnTo>
                  <a:lnTo>
                    <a:pt x="37" y="912"/>
                  </a:lnTo>
                  <a:lnTo>
                    <a:pt x="37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50"/>
            <p:cNvSpPr/>
            <p:nvPr/>
          </p:nvSpPr>
          <p:spPr>
            <a:xfrm>
              <a:off x="6072600" y="2050000"/>
              <a:ext cx="475" cy="23750"/>
            </a:xfrm>
            <a:custGeom>
              <a:avLst/>
              <a:gdLst/>
              <a:ahLst/>
              <a:cxnLst/>
              <a:rect l="l" t="t" r="r" b="b"/>
              <a:pathLst>
                <a:path w="19" h="950" extrusionOk="0">
                  <a:moveTo>
                    <a:pt x="19" y="1"/>
                  </a:moveTo>
                  <a:lnTo>
                    <a:pt x="0" y="19"/>
                  </a:lnTo>
                  <a:lnTo>
                    <a:pt x="0" y="931"/>
                  </a:lnTo>
                  <a:lnTo>
                    <a:pt x="19" y="950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50"/>
            <p:cNvSpPr/>
            <p:nvPr/>
          </p:nvSpPr>
          <p:spPr>
            <a:xfrm>
              <a:off x="6073050" y="2049075"/>
              <a:ext cx="500" cy="25150"/>
            </a:xfrm>
            <a:custGeom>
              <a:avLst/>
              <a:gdLst/>
              <a:ahLst/>
              <a:cxnLst/>
              <a:rect l="l" t="t" r="r" b="b"/>
              <a:pathLst>
                <a:path w="20" h="1006" extrusionOk="0">
                  <a:moveTo>
                    <a:pt x="19" y="0"/>
                  </a:moveTo>
                  <a:lnTo>
                    <a:pt x="1" y="38"/>
                  </a:lnTo>
                  <a:lnTo>
                    <a:pt x="1" y="987"/>
                  </a:lnTo>
                  <a:lnTo>
                    <a:pt x="19" y="1005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50"/>
            <p:cNvSpPr/>
            <p:nvPr/>
          </p:nvSpPr>
          <p:spPr>
            <a:xfrm>
              <a:off x="6073525" y="2048600"/>
              <a:ext cx="500" cy="26075"/>
            </a:xfrm>
            <a:custGeom>
              <a:avLst/>
              <a:gdLst/>
              <a:ahLst/>
              <a:cxnLst/>
              <a:rect l="l" t="t" r="r" b="b"/>
              <a:pathLst>
                <a:path w="20" h="1043" extrusionOk="0">
                  <a:moveTo>
                    <a:pt x="19" y="1"/>
                  </a:moveTo>
                  <a:lnTo>
                    <a:pt x="0" y="19"/>
                  </a:lnTo>
                  <a:lnTo>
                    <a:pt x="0" y="1024"/>
                  </a:lnTo>
                  <a:lnTo>
                    <a:pt x="19" y="1043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50"/>
            <p:cNvSpPr/>
            <p:nvPr/>
          </p:nvSpPr>
          <p:spPr>
            <a:xfrm>
              <a:off x="6074000" y="2048150"/>
              <a:ext cx="475" cy="27000"/>
            </a:xfrm>
            <a:custGeom>
              <a:avLst/>
              <a:gdLst/>
              <a:ahLst/>
              <a:cxnLst/>
              <a:rect l="l" t="t" r="r" b="b"/>
              <a:pathLst>
                <a:path w="19" h="1080" extrusionOk="0">
                  <a:moveTo>
                    <a:pt x="19" y="0"/>
                  </a:moveTo>
                  <a:lnTo>
                    <a:pt x="0" y="19"/>
                  </a:lnTo>
                  <a:lnTo>
                    <a:pt x="0" y="1061"/>
                  </a:lnTo>
                  <a:lnTo>
                    <a:pt x="19" y="108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50"/>
            <p:cNvSpPr/>
            <p:nvPr/>
          </p:nvSpPr>
          <p:spPr>
            <a:xfrm>
              <a:off x="6074450" y="2047675"/>
              <a:ext cx="500" cy="28400"/>
            </a:xfrm>
            <a:custGeom>
              <a:avLst/>
              <a:gdLst/>
              <a:ahLst/>
              <a:cxnLst/>
              <a:rect l="l" t="t" r="r" b="b"/>
              <a:pathLst>
                <a:path w="20" h="1136" extrusionOk="0">
                  <a:moveTo>
                    <a:pt x="19" y="1"/>
                  </a:moveTo>
                  <a:lnTo>
                    <a:pt x="1" y="19"/>
                  </a:lnTo>
                  <a:lnTo>
                    <a:pt x="1" y="1099"/>
                  </a:lnTo>
                  <a:lnTo>
                    <a:pt x="19" y="1136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50"/>
            <p:cNvSpPr/>
            <p:nvPr/>
          </p:nvSpPr>
          <p:spPr>
            <a:xfrm>
              <a:off x="6074925" y="2047200"/>
              <a:ext cx="950" cy="29350"/>
            </a:xfrm>
            <a:custGeom>
              <a:avLst/>
              <a:gdLst/>
              <a:ahLst/>
              <a:cxnLst/>
              <a:rect l="l" t="t" r="r" b="b"/>
              <a:pathLst>
                <a:path w="38" h="1174" extrusionOk="0">
                  <a:moveTo>
                    <a:pt x="38" y="1"/>
                  </a:moveTo>
                  <a:lnTo>
                    <a:pt x="0" y="20"/>
                  </a:lnTo>
                  <a:lnTo>
                    <a:pt x="0" y="1155"/>
                  </a:lnTo>
                  <a:lnTo>
                    <a:pt x="38" y="1173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50"/>
            <p:cNvSpPr/>
            <p:nvPr/>
          </p:nvSpPr>
          <p:spPr>
            <a:xfrm>
              <a:off x="6075850" y="2046750"/>
              <a:ext cx="500" cy="30250"/>
            </a:xfrm>
            <a:custGeom>
              <a:avLst/>
              <a:gdLst/>
              <a:ahLst/>
              <a:cxnLst/>
              <a:rect l="l" t="t" r="r" b="b"/>
              <a:pathLst>
                <a:path w="20" h="1210" extrusionOk="0">
                  <a:moveTo>
                    <a:pt x="19" y="0"/>
                  </a:moveTo>
                  <a:lnTo>
                    <a:pt x="1" y="19"/>
                  </a:lnTo>
                  <a:lnTo>
                    <a:pt x="1" y="1191"/>
                  </a:lnTo>
                  <a:lnTo>
                    <a:pt x="19" y="121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50"/>
            <p:cNvSpPr/>
            <p:nvPr/>
          </p:nvSpPr>
          <p:spPr>
            <a:xfrm>
              <a:off x="6076325" y="2045825"/>
              <a:ext cx="475" cy="31650"/>
            </a:xfrm>
            <a:custGeom>
              <a:avLst/>
              <a:gdLst/>
              <a:ahLst/>
              <a:cxnLst/>
              <a:rect l="l" t="t" r="r" b="b"/>
              <a:pathLst>
                <a:path w="19" h="1266" extrusionOk="0">
                  <a:moveTo>
                    <a:pt x="19" y="0"/>
                  </a:moveTo>
                  <a:lnTo>
                    <a:pt x="0" y="37"/>
                  </a:lnTo>
                  <a:lnTo>
                    <a:pt x="0" y="1247"/>
                  </a:lnTo>
                  <a:lnTo>
                    <a:pt x="19" y="1266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50"/>
            <p:cNvSpPr/>
            <p:nvPr/>
          </p:nvSpPr>
          <p:spPr>
            <a:xfrm>
              <a:off x="6076775" y="2045350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9" y="0"/>
                  </a:moveTo>
                  <a:lnTo>
                    <a:pt x="1" y="19"/>
                  </a:lnTo>
                  <a:lnTo>
                    <a:pt x="1" y="1285"/>
                  </a:lnTo>
                  <a:lnTo>
                    <a:pt x="19" y="130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50"/>
            <p:cNvSpPr/>
            <p:nvPr/>
          </p:nvSpPr>
          <p:spPr>
            <a:xfrm>
              <a:off x="6077250" y="2044875"/>
              <a:ext cx="475" cy="33525"/>
            </a:xfrm>
            <a:custGeom>
              <a:avLst/>
              <a:gdLst/>
              <a:ahLst/>
              <a:cxnLst/>
              <a:rect l="l" t="t" r="r" b="b"/>
              <a:pathLst>
                <a:path w="19" h="1341" extrusionOk="0">
                  <a:moveTo>
                    <a:pt x="19" y="1"/>
                  </a:moveTo>
                  <a:lnTo>
                    <a:pt x="0" y="19"/>
                  </a:lnTo>
                  <a:lnTo>
                    <a:pt x="0" y="1322"/>
                  </a:lnTo>
                  <a:lnTo>
                    <a:pt x="19" y="134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50"/>
            <p:cNvSpPr/>
            <p:nvPr/>
          </p:nvSpPr>
          <p:spPr>
            <a:xfrm>
              <a:off x="6077700" y="2044425"/>
              <a:ext cx="500" cy="34925"/>
            </a:xfrm>
            <a:custGeom>
              <a:avLst/>
              <a:gdLst/>
              <a:ahLst/>
              <a:cxnLst/>
              <a:rect l="l" t="t" r="r" b="b"/>
              <a:pathLst>
                <a:path w="20" h="1397" extrusionOk="0">
                  <a:moveTo>
                    <a:pt x="20" y="0"/>
                  </a:moveTo>
                  <a:lnTo>
                    <a:pt x="1" y="19"/>
                  </a:lnTo>
                  <a:lnTo>
                    <a:pt x="1" y="1359"/>
                  </a:lnTo>
                  <a:lnTo>
                    <a:pt x="20" y="1396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50"/>
            <p:cNvSpPr/>
            <p:nvPr/>
          </p:nvSpPr>
          <p:spPr>
            <a:xfrm>
              <a:off x="6078175" y="2043950"/>
              <a:ext cx="950" cy="35850"/>
            </a:xfrm>
            <a:custGeom>
              <a:avLst/>
              <a:gdLst/>
              <a:ahLst/>
              <a:cxnLst/>
              <a:rect l="l" t="t" r="r" b="b"/>
              <a:pathLst>
                <a:path w="38" h="1434" extrusionOk="0">
                  <a:moveTo>
                    <a:pt x="38" y="1"/>
                  </a:moveTo>
                  <a:lnTo>
                    <a:pt x="1" y="19"/>
                  </a:lnTo>
                  <a:lnTo>
                    <a:pt x="1" y="1415"/>
                  </a:lnTo>
                  <a:lnTo>
                    <a:pt x="38" y="1434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50"/>
            <p:cNvSpPr/>
            <p:nvPr/>
          </p:nvSpPr>
          <p:spPr>
            <a:xfrm>
              <a:off x="6079100" y="2043500"/>
              <a:ext cx="500" cy="36775"/>
            </a:xfrm>
            <a:custGeom>
              <a:avLst/>
              <a:gdLst/>
              <a:ahLst/>
              <a:cxnLst/>
              <a:rect l="l" t="t" r="r" b="b"/>
              <a:pathLst>
                <a:path w="20" h="1471" extrusionOk="0">
                  <a:moveTo>
                    <a:pt x="19" y="0"/>
                  </a:moveTo>
                  <a:lnTo>
                    <a:pt x="1" y="19"/>
                  </a:lnTo>
                  <a:lnTo>
                    <a:pt x="1" y="1452"/>
                  </a:lnTo>
                  <a:lnTo>
                    <a:pt x="19" y="1470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50"/>
            <p:cNvSpPr/>
            <p:nvPr/>
          </p:nvSpPr>
          <p:spPr>
            <a:xfrm>
              <a:off x="6079575" y="2042550"/>
              <a:ext cx="500" cy="38175"/>
            </a:xfrm>
            <a:custGeom>
              <a:avLst/>
              <a:gdLst/>
              <a:ahLst/>
              <a:cxnLst/>
              <a:rect l="l" t="t" r="r" b="b"/>
              <a:pathLst>
                <a:path w="20" h="1527" extrusionOk="0">
                  <a:moveTo>
                    <a:pt x="19" y="1"/>
                  </a:moveTo>
                  <a:lnTo>
                    <a:pt x="0" y="38"/>
                  </a:lnTo>
                  <a:lnTo>
                    <a:pt x="0" y="1508"/>
                  </a:lnTo>
                  <a:lnTo>
                    <a:pt x="19" y="152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50"/>
            <p:cNvSpPr/>
            <p:nvPr/>
          </p:nvSpPr>
          <p:spPr>
            <a:xfrm>
              <a:off x="6080050" y="2042100"/>
              <a:ext cx="475" cy="39100"/>
            </a:xfrm>
            <a:custGeom>
              <a:avLst/>
              <a:gdLst/>
              <a:ahLst/>
              <a:cxnLst/>
              <a:rect l="l" t="t" r="r" b="b"/>
              <a:pathLst>
                <a:path w="19" h="1564" extrusionOk="0">
                  <a:moveTo>
                    <a:pt x="19" y="0"/>
                  </a:moveTo>
                  <a:lnTo>
                    <a:pt x="0" y="19"/>
                  </a:lnTo>
                  <a:lnTo>
                    <a:pt x="0" y="1545"/>
                  </a:lnTo>
                  <a:lnTo>
                    <a:pt x="19" y="1563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50"/>
            <p:cNvSpPr/>
            <p:nvPr/>
          </p:nvSpPr>
          <p:spPr>
            <a:xfrm>
              <a:off x="6080500" y="2041625"/>
              <a:ext cx="500" cy="40050"/>
            </a:xfrm>
            <a:custGeom>
              <a:avLst/>
              <a:gdLst/>
              <a:ahLst/>
              <a:cxnLst/>
              <a:rect l="l" t="t" r="r" b="b"/>
              <a:pathLst>
                <a:path w="20" h="1602" extrusionOk="0">
                  <a:moveTo>
                    <a:pt x="19" y="1"/>
                  </a:moveTo>
                  <a:lnTo>
                    <a:pt x="1" y="19"/>
                  </a:lnTo>
                  <a:lnTo>
                    <a:pt x="1" y="1582"/>
                  </a:lnTo>
                  <a:lnTo>
                    <a:pt x="19" y="1601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50"/>
            <p:cNvSpPr/>
            <p:nvPr/>
          </p:nvSpPr>
          <p:spPr>
            <a:xfrm>
              <a:off x="6080975" y="2041150"/>
              <a:ext cx="475" cy="41450"/>
            </a:xfrm>
            <a:custGeom>
              <a:avLst/>
              <a:gdLst/>
              <a:ahLst/>
              <a:cxnLst/>
              <a:rect l="l" t="t" r="r" b="b"/>
              <a:pathLst>
                <a:path w="19" h="1658" extrusionOk="0">
                  <a:moveTo>
                    <a:pt x="19" y="1"/>
                  </a:moveTo>
                  <a:lnTo>
                    <a:pt x="0" y="20"/>
                  </a:lnTo>
                  <a:lnTo>
                    <a:pt x="0" y="1620"/>
                  </a:lnTo>
                  <a:lnTo>
                    <a:pt x="19" y="165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50"/>
            <p:cNvSpPr/>
            <p:nvPr/>
          </p:nvSpPr>
          <p:spPr>
            <a:xfrm>
              <a:off x="6081425" y="2040700"/>
              <a:ext cx="975" cy="42350"/>
            </a:xfrm>
            <a:custGeom>
              <a:avLst/>
              <a:gdLst/>
              <a:ahLst/>
              <a:cxnLst/>
              <a:rect l="l" t="t" r="r" b="b"/>
              <a:pathLst>
                <a:path w="39" h="1694" extrusionOk="0">
                  <a:moveTo>
                    <a:pt x="38" y="0"/>
                  </a:moveTo>
                  <a:lnTo>
                    <a:pt x="1" y="19"/>
                  </a:lnTo>
                  <a:lnTo>
                    <a:pt x="1" y="1675"/>
                  </a:lnTo>
                  <a:lnTo>
                    <a:pt x="38" y="1694"/>
                  </a:lnTo>
                  <a:lnTo>
                    <a:pt x="38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50"/>
            <p:cNvSpPr/>
            <p:nvPr/>
          </p:nvSpPr>
          <p:spPr>
            <a:xfrm>
              <a:off x="6082375" y="2040225"/>
              <a:ext cx="475" cy="43300"/>
            </a:xfrm>
            <a:custGeom>
              <a:avLst/>
              <a:gdLst/>
              <a:ahLst/>
              <a:cxnLst/>
              <a:rect l="l" t="t" r="r" b="b"/>
              <a:pathLst>
                <a:path w="19" h="1732" extrusionOk="0">
                  <a:moveTo>
                    <a:pt x="19" y="1"/>
                  </a:moveTo>
                  <a:lnTo>
                    <a:pt x="0" y="19"/>
                  </a:lnTo>
                  <a:lnTo>
                    <a:pt x="0" y="1713"/>
                  </a:lnTo>
                  <a:lnTo>
                    <a:pt x="19" y="1732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50"/>
            <p:cNvSpPr/>
            <p:nvPr/>
          </p:nvSpPr>
          <p:spPr>
            <a:xfrm>
              <a:off x="6082825" y="2039300"/>
              <a:ext cx="500" cy="44700"/>
            </a:xfrm>
            <a:custGeom>
              <a:avLst/>
              <a:gdLst/>
              <a:ahLst/>
              <a:cxnLst/>
              <a:rect l="l" t="t" r="r" b="b"/>
              <a:pathLst>
                <a:path w="20" h="1788" extrusionOk="0">
                  <a:moveTo>
                    <a:pt x="19" y="1"/>
                  </a:moveTo>
                  <a:lnTo>
                    <a:pt x="1" y="38"/>
                  </a:lnTo>
                  <a:lnTo>
                    <a:pt x="1" y="1769"/>
                  </a:lnTo>
                  <a:lnTo>
                    <a:pt x="19" y="1787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50"/>
            <p:cNvSpPr/>
            <p:nvPr/>
          </p:nvSpPr>
          <p:spPr>
            <a:xfrm>
              <a:off x="6083300" y="2038825"/>
              <a:ext cx="475" cy="45625"/>
            </a:xfrm>
            <a:custGeom>
              <a:avLst/>
              <a:gdLst/>
              <a:ahLst/>
              <a:cxnLst/>
              <a:rect l="l" t="t" r="r" b="b"/>
              <a:pathLst>
                <a:path w="19" h="1825" extrusionOk="0">
                  <a:moveTo>
                    <a:pt x="19" y="1"/>
                  </a:moveTo>
                  <a:lnTo>
                    <a:pt x="0" y="20"/>
                  </a:lnTo>
                  <a:lnTo>
                    <a:pt x="0" y="1806"/>
                  </a:lnTo>
                  <a:lnTo>
                    <a:pt x="19" y="182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50"/>
            <p:cNvSpPr/>
            <p:nvPr/>
          </p:nvSpPr>
          <p:spPr>
            <a:xfrm>
              <a:off x="6083750" y="2038375"/>
              <a:ext cx="500" cy="46550"/>
            </a:xfrm>
            <a:custGeom>
              <a:avLst/>
              <a:gdLst/>
              <a:ahLst/>
              <a:cxnLst/>
              <a:rect l="l" t="t" r="r" b="b"/>
              <a:pathLst>
                <a:path w="20" h="1862" extrusionOk="0">
                  <a:moveTo>
                    <a:pt x="20" y="0"/>
                  </a:moveTo>
                  <a:lnTo>
                    <a:pt x="1" y="19"/>
                  </a:lnTo>
                  <a:lnTo>
                    <a:pt x="1" y="1843"/>
                  </a:lnTo>
                  <a:lnTo>
                    <a:pt x="20" y="1861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50"/>
            <p:cNvSpPr/>
            <p:nvPr/>
          </p:nvSpPr>
          <p:spPr>
            <a:xfrm>
              <a:off x="6084225" y="2037900"/>
              <a:ext cx="500" cy="47950"/>
            </a:xfrm>
            <a:custGeom>
              <a:avLst/>
              <a:gdLst/>
              <a:ahLst/>
              <a:cxnLst/>
              <a:rect l="l" t="t" r="r" b="b"/>
              <a:pathLst>
                <a:path w="20" h="1918" extrusionOk="0">
                  <a:moveTo>
                    <a:pt x="19" y="1"/>
                  </a:moveTo>
                  <a:lnTo>
                    <a:pt x="1" y="19"/>
                  </a:lnTo>
                  <a:lnTo>
                    <a:pt x="1" y="1880"/>
                  </a:lnTo>
                  <a:lnTo>
                    <a:pt x="19" y="1918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50"/>
            <p:cNvSpPr/>
            <p:nvPr/>
          </p:nvSpPr>
          <p:spPr>
            <a:xfrm>
              <a:off x="6084700" y="2037450"/>
              <a:ext cx="950" cy="48875"/>
            </a:xfrm>
            <a:custGeom>
              <a:avLst/>
              <a:gdLst/>
              <a:ahLst/>
              <a:cxnLst/>
              <a:rect l="l" t="t" r="r" b="b"/>
              <a:pathLst>
                <a:path w="38" h="1955" extrusionOk="0">
                  <a:moveTo>
                    <a:pt x="37" y="0"/>
                  </a:moveTo>
                  <a:lnTo>
                    <a:pt x="0" y="19"/>
                  </a:lnTo>
                  <a:lnTo>
                    <a:pt x="0" y="1936"/>
                  </a:lnTo>
                  <a:lnTo>
                    <a:pt x="37" y="1954"/>
                  </a:lnTo>
                  <a:lnTo>
                    <a:pt x="37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50"/>
            <p:cNvSpPr/>
            <p:nvPr/>
          </p:nvSpPr>
          <p:spPr>
            <a:xfrm>
              <a:off x="6085625" y="2036975"/>
              <a:ext cx="475" cy="49800"/>
            </a:xfrm>
            <a:custGeom>
              <a:avLst/>
              <a:gdLst/>
              <a:ahLst/>
              <a:cxnLst/>
              <a:rect l="l" t="t" r="r" b="b"/>
              <a:pathLst>
                <a:path w="19" h="1992" extrusionOk="0">
                  <a:moveTo>
                    <a:pt x="19" y="0"/>
                  </a:moveTo>
                  <a:lnTo>
                    <a:pt x="0" y="19"/>
                  </a:lnTo>
                  <a:lnTo>
                    <a:pt x="0" y="1973"/>
                  </a:lnTo>
                  <a:lnTo>
                    <a:pt x="19" y="199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50"/>
            <p:cNvSpPr/>
            <p:nvPr/>
          </p:nvSpPr>
          <p:spPr>
            <a:xfrm>
              <a:off x="6086075" y="2036050"/>
              <a:ext cx="500" cy="51200"/>
            </a:xfrm>
            <a:custGeom>
              <a:avLst/>
              <a:gdLst/>
              <a:ahLst/>
              <a:cxnLst/>
              <a:rect l="l" t="t" r="r" b="b"/>
              <a:pathLst>
                <a:path w="20" h="2048" extrusionOk="0">
                  <a:moveTo>
                    <a:pt x="20" y="0"/>
                  </a:moveTo>
                  <a:lnTo>
                    <a:pt x="1" y="37"/>
                  </a:lnTo>
                  <a:lnTo>
                    <a:pt x="1" y="2029"/>
                  </a:lnTo>
                  <a:lnTo>
                    <a:pt x="20" y="2047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50"/>
            <p:cNvSpPr/>
            <p:nvPr/>
          </p:nvSpPr>
          <p:spPr>
            <a:xfrm>
              <a:off x="6086550" y="2035575"/>
              <a:ext cx="500" cy="52150"/>
            </a:xfrm>
            <a:custGeom>
              <a:avLst/>
              <a:gdLst/>
              <a:ahLst/>
              <a:cxnLst/>
              <a:rect l="l" t="t" r="r" b="b"/>
              <a:pathLst>
                <a:path w="20" h="2086" extrusionOk="0">
                  <a:moveTo>
                    <a:pt x="19" y="1"/>
                  </a:moveTo>
                  <a:lnTo>
                    <a:pt x="1" y="19"/>
                  </a:lnTo>
                  <a:lnTo>
                    <a:pt x="1" y="2066"/>
                  </a:lnTo>
                  <a:lnTo>
                    <a:pt x="19" y="2085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50"/>
            <p:cNvSpPr/>
            <p:nvPr/>
          </p:nvSpPr>
          <p:spPr>
            <a:xfrm>
              <a:off x="6087025" y="2035125"/>
              <a:ext cx="475" cy="53050"/>
            </a:xfrm>
            <a:custGeom>
              <a:avLst/>
              <a:gdLst/>
              <a:ahLst/>
              <a:cxnLst/>
              <a:rect l="l" t="t" r="r" b="b"/>
              <a:pathLst>
                <a:path w="19" h="2122" extrusionOk="0">
                  <a:moveTo>
                    <a:pt x="19" y="0"/>
                  </a:moveTo>
                  <a:lnTo>
                    <a:pt x="0" y="19"/>
                  </a:lnTo>
                  <a:lnTo>
                    <a:pt x="0" y="2103"/>
                  </a:lnTo>
                  <a:lnTo>
                    <a:pt x="19" y="212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50"/>
            <p:cNvSpPr/>
            <p:nvPr/>
          </p:nvSpPr>
          <p:spPr>
            <a:xfrm>
              <a:off x="6087475" y="2034650"/>
              <a:ext cx="500" cy="54450"/>
            </a:xfrm>
            <a:custGeom>
              <a:avLst/>
              <a:gdLst/>
              <a:ahLst/>
              <a:cxnLst/>
              <a:rect l="l" t="t" r="r" b="b"/>
              <a:pathLst>
                <a:path w="20" h="2178" extrusionOk="0">
                  <a:moveTo>
                    <a:pt x="19" y="0"/>
                  </a:moveTo>
                  <a:lnTo>
                    <a:pt x="1" y="19"/>
                  </a:lnTo>
                  <a:lnTo>
                    <a:pt x="1" y="2141"/>
                  </a:lnTo>
                  <a:lnTo>
                    <a:pt x="19" y="2178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50"/>
            <p:cNvSpPr/>
            <p:nvPr/>
          </p:nvSpPr>
          <p:spPr>
            <a:xfrm>
              <a:off x="6087950" y="2034175"/>
              <a:ext cx="950" cy="55400"/>
            </a:xfrm>
            <a:custGeom>
              <a:avLst/>
              <a:gdLst/>
              <a:ahLst/>
              <a:cxnLst/>
              <a:rect l="l" t="t" r="r" b="b"/>
              <a:pathLst>
                <a:path w="38" h="2216" extrusionOk="0">
                  <a:moveTo>
                    <a:pt x="38" y="1"/>
                  </a:moveTo>
                  <a:lnTo>
                    <a:pt x="0" y="19"/>
                  </a:lnTo>
                  <a:lnTo>
                    <a:pt x="0" y="2197"/>
                  </a:lnTo>
                  <a:lnTo>
                    <a:pt x="38" y="2215"/>
                  </a:lnTo>
                  <a:lnTo>
                    <a:pt x="38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50"/>
            <p:cNvSpPr/>
            <p:nvPr/>
          </p:nvSpPr>
          <p:spPr>
            <a:xfrm>
              <a:off x="6088875" y="2033725"/>
              <a:ext cx="500" cy="56325"/>
            </a:xfrm>
            <a:custGeom>
              <a:avLst/>
              <a:gdLst/>
              <a:ahLst/>
              <a:cxnLst/>
              <a:rect l="l" t="t" r="r" b="b"/>
              <a:pathLst>
                <a:path w="20" h="2253" extrusionOk="0">
                  <a:moveTo>
                    <a:pt x="19" y="0"/>
                  </a:moveTo>
                  <a:lnTo>
                    <a:pt x="1" y="19"/>
                  </a:lnTo>
                  <a:lnTo>
                    <a:pt x="1" y="2233"/>
                  </a:lnTo>
                  <a:lnTo>
                    <a:pt x="19" y="2252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50"/>
            <p:cNvSpPr/>
            <p:nvPr/>
          </p:nvSpPr>
          <p:spPr>
            <a:xfrm>
              <a:off x="6089350" y="2032775"/>
              <a:ext cx="475" cy="57725"/>
            </a:xfrm>
            <a:custGeom>
              <a:avLst/>
              <a:gdLst/>
              <a:ahLst/>
              <a:cxnLst/>
              <a:rect l="l" t="t" r="r" b="b"/>
              <a:pathLst>
                <a:path w="19" h="2309" extrusionOk="0">
                  <a:moveTo>
                    <a:pt x="19" y="1"/>
                  </a:moveTo>
                  <a:lnTo>
                    <a:pt x="0" y="38"/>
                  </a:lnTo>
                  <a:lnTo>
                    <a:pt x="0" y="2290"/>
                  </a:lnTo>
                  <a:lnTo>
                    <a:pt x="19" y="230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50"/>
            <p:cNvSpPr/>
            <p:nvPr/>
          </p:nvSpPr>
          <p:spPr>
            <a:xfrm>
              <a:off x="6089800" y="2032775"/>
              <a:ext cx="500" cy="58200"/>
            </a:xfrm>
            <a:custGeom>
              <a:avLst/>
              <a:gdLst/>
              <a:ahLst/>
              <a:cxnLst/>
              <a:rect l="l" t="t" r="r" b="b"/>
              <a:pathLst>
                <a:path w="20" h="2328" extrusionOk="0">
                  <a:moveTo>
                    <a:pt x="1" y="1"/>
                  </a:moveTo>
                  <a:lnTo>
                    <a:pt x="1" y="2309"/>
                  </a:lnTo>
                  <a:lnTo>
                    <a:pt x="19" y="2327"/>
                  </a:lnTo>
                  <a:lnTo>
                    <a:pt x="19" y="2309"/>
                  </a:lnTo>
                  <a:lnTo>
                    <a:pt x="1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50"/>
            <p:cNvSpPr/>
            <p:nvPr/>
          </p:nvSpPr>
          <p:spPr>
            <a:xfrm>
              <a:off x="6090275" y="2032775"/>
              <a:ext cx="500" cy="57725"/>
            </a:xfrm>
            <a:custGeom>
              <a:avLst/>
              <a:gdLst/>
              <a:ahLst/>
              <a:cxnLst/>
              <a:rect l="l" t="t" r="r" b="b"/>
              <a:pathLst>
                <a:path w="20" h="2309" extrusionOk="0">
                  <a:moveTo>
                    <a:pt x="0" y="1"/>
                  </a:moveTo>
                  <a:lnTo>
                    <a:pt x="0" y="2309"/>
                  </a:lnTo>
                  <a:lnTo>
                    <a:pt x="19" y="229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50"/>
            <p:cNvSpPr/>
            <p:nvPr/>
          </p:nvSpPr>
          <p:spPr>
            <a:xfrm>
              <a:off x="6090750" y="2033250"/>
              <a:ext cx="475" cy="56800"/>
            </a:xfrm>
            <a:custGeom>
              <a:avLst/>
              <a:gdLst/>
              <a:ahLst/>
              <a:cxnLst/>
              <a:rect l="l" t="t" r="r" b="b"/>
              <a:pathLst>
                <a:path w="19" h="2272" extrusionOk="0">
                  <a:moveTo>
                    <a:pt x="0" y="1"/>
                  </a:moveTo>
                  <a:lnTo>
                    <a:pt x="0" y="2271"/>
                  </a:lnTo>
                  <a:lnTo>
                    <a:pt x="19" y="2252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50"/>
            <p:cNvSpPr/>
            <p:nvPr/>
          </p:nvSpPr>
          <p:spPr>
            <a:xfrm>
              <a:off x="6091200" y="2034175"/>
              <a:ext cx="950" cy="55400"/>
            </a:xfrm>
            <a:custGeom>
              <a:avLst/>
              <a:gdLst/>
              <a:ahLst/>
              <a:cxnLst/>
              <a:rect l="l" t="t" r="r" b="b"/>
              <a:pathLst>
                <a:path w="38" h="2216" extrusionOk="0">
                  <a:moveTo>
                    <a:pt x="1" y="1"/>
                  </a:moveTo>
                  <a:lnTo>
                    <a:pt x="1" y="2215"/>
                  </a:lnTo>
                  <a:lnTo>
                    <a:pt x="38" y="2197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50"/>
            <p:cNvSpPr/>
            <p:nvPr/>
          </p:nvSpPr>
          <p:spPr>
            <a:xfrm>
              <a:off x="6092125" y="2034650"/>
              <a:ext cx="500" cy="54450"/>
            </a:xfrm>
            <a:custGeom>
              <a:avLst/>
              <a:gdLst/>
              <a:ahLst/>
              <a:cxnLst/>
              <a:rect l="l" t="t" r="r" b="b"/>
              <a:pathLst>
                <a:path w="20" h="2178" extrusionOk="0">
                  <a:moveTo>
                    <a:pt x="1" y="0"/>
                  </a:moveTo>
                  <a:lnTo>
                    <a:pt x="1" y="2178"/>
                  </a:lnTo>
                  <a:lnTo>
                    <a:pt x="20" y="2141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50"/>
            <p:cNvSpPr/>
            <p:nvPr/>
          </p:nvSpPr>
          <p:spPr>
            <a:xfrm>
              <a:off x="6092600" y="2035125"/>
              <a:ext cx="500" cy="53050"/>
            </a:xfrm>
            <a:custGeom>
              <a:avLst/>
              <a:gdLst/>
              <a:ahLst/>
              <a:cxnLst/>
              <a:rect l="l" t="t" r="r" b="b"/>
              <a:pathLst>
                <a:path w="20" h="2122" extrusionOk="0">
                  <a:moveTo>
                    <a:pt x="1" y="0"/>
                  </a:moveTo>
                  <a:lnTo>
                    <a:pt x="1" y="2122"/>
                  </a:lnTo>
                  <a:lnTo>
                    <a:pt x="19" y="210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50"/>
            <p:cNvSpPr/>
            <p:nvPr/>
          </p:nvSpPr>
          <p:spPr>
            <a:xfrm>
              <a:off x="6093075" y="2035575"/>
              <a:ext cx="475" cy="52150"/>
            </a:xfrm>
            <a:custGeom>
              <a:avLst/>
              <a:gdLst/>
              <a:ahLst/>
              <a:cxnLst/>
              <a:rect l="l" t="t" r="r" b="b"/>
              <a:pathLst>
                <a:path w="19" h="2086" extrusionOk="0">
                  <a:moveTo>
                    <a:pt x="0" y="1"/>
                  </a:moveTo>
                  <a:lnTo>
                    <a:pt x="0" y="2085"/>
                  </a:lnTo>
                  <a:lnTo>
                    <a:pt x="19" y="2066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50"/>
            <p:cNvSpPr/>
            <p:nvPr/>
          </p:nvSpPr>
          <p:spPr>
            <a:xfrm>
              <a:off x="6093525" y="2036050"/>
              <a:ext cx="500" cy="51200"/>
            </a:xfrm>
            <a:custGeom>
              <a:avLst/>
              <a:gdLst/>
              <a:ahLst/>
              <a:cxnLst/>
              <a:rect l="l" t="t" r="r" b="b"/>
              <a:pathLst>
                <a:path w="20" h="2048" extrusionOk="0">
                  <a:moveTo>
                    <a:pt x="1" y="0"/>
                  </a:moveTo>
                  <a:lnTo>
                    <a:pt x="1" y="2047"/>
                  </a:lnTo>
                  <a:lnTo>
                    <a:pt x="19" y="2029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50"/>
            <p:cNvSpPr/>
            <p:nvPr/>
          </p:nvSpPr>
          <p:spPr>
            <a:xfrm>
              <a:off x="6094000" y="2036975"/>
              <a:ext cx="475" cy="49800"/>
            </a:xfrm>
            <a:custGeom>
              <a:avLst/>
              <a:gdLst/>
              <a:ahLst/>
              <a:cxnLst/>
              <a:rect l="l" t="t" r="r" b="b"/>
              <a:pathLst>
                <a:path w="19" h="1992" extrusionOk="0">
                  <a:moveTo>
                    <a:pt x="0" y="0"/>
                  </a:moveTo>
                  <a:lnTo>
                    <a:pt x="0" y="1992"/>
                  </a:lnTo>
                  <a:lnTo>
                    <a:pt x="19" y="1973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50"/>
            <p:cNvSpPr/>
            <p:nvPr/>
          </p:nvSpPr>
          <p:spPr>
            <a:xfrm>
              <a:off x="6094450" y="2037450"/>
              <a:ext cx="975" cy="48875"/>
            </a:xfrm>
            <a:custGeom>
              <a:avLst/>
              <a:gdLst/>
              <a:ahLst/>
              <a:cxnLst/>
              <a:rect l="l" t="t" r="r" b="b"/>
              <a:pathLst>
                <a:path w="39" h="1955" extrusionOk="0">
                  <a:moveTo>
                    <a:pt x="1" y="0"/>
                  </a:moveTo>
                  <a:lnTo>
                    <a:pt x="1" y="1954"/>
                  </a:lnTo>
                  <a:lnTo>
                    <a:pt x="38" y="1936"/>
                  </a:lnTo>
                  <a:lnTo>
                    <a:pt x="38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50"/>
            <p:cNvSpPr/>
            <p:nvPr/>
          </p:nvSpPr>
          <p:spPr>
            <a:xfrm>
              <a:off x="6095400" y="2037900"/>
              <a:ext cx="475" cy="47950"/>
            </a:xfrm>
            <a:custGeom>
              <a:avLst/>
              <a:gdLst/>
              <a:ahLst/>
              <a:cxnLst/>
              <a:rect l="l" t="t" r="r" b="b"/>
              <a:pathLst>
                <a:path w="19" h="1918" extrusionOk="0">
                  <a:moveTo>
                    <a:pt x="0" y="1"/>
                  </a:moveTo>
                  <a:lnTo>
                    <a:pt x="0" y="1918"/>
                  </a:lnTo>
                  <a:lnTo>
                    <a:pt x="19" y="1880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50"/>
            <p:cNvSpPr/>
            <p:nvPr/>
          </p:nvSpPr>
          <p:spPr>
            <a:xfrm>
              <a:off x="6095850" y="2038375"/>
              <a:ext cx="500" cy="46550"/>
            </a:xfrm>
            <a:custGeom>
              <a:avLst/>
              <a:gdLst/>
              <a:ahLst/>
              <a:cxnLst/>
              <a:rect l="l" t="t" r="r" b="b"/>
              <a:pathLst>
                <a:path w="20" h="1862" extrusionOk="0">
                  <a:moveTo>
                    <a:pt x="1" y="0"/>
                  </a:moveTo>
                  <a:lnTo>
                    <a:pt x="1" y="1861"/>
                  </a:lnTo>
                  <a:lnTo>
                    <a:pt x="19" y="184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50"/>
            <p:cNvSpPr/>
            <p:nvPr/>
          </p:nvSpPr>
          <p:spPr>
            <a:xfrm>
              <a:off x="6096325" y="2038825"/>
              <a:ext cx="500" cy="45625"/>
            </a:xfrm>
            <a:custGeom>
              <a:avLst/>
              <a:gdLst/>
              <a:ahLst/>
              <a:cxnLst/>
              <a:rect l="l" t="t" r="r" b="b"/>
              <a:pathLst>
                <a:path w="20" h="1825" extrusionOk="0">
                  <a:moveTo>
                    <a:pt x="0" y="1"/>
                  </a:moveTo>
                  <a:lnTo>
                    <a:pt x="0" y="1825"/>
                  </a:lnTo>
                  <a:lnTo>
                    <a:pt x="19" y="1806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50"/>
            <p:cNvSpPr/>
            <p:nvPr/>
          </p:nvSpPr>
          <p:spPr>
            <a:xfrm>
              <a:off x="6096800" y="2039300"/>
              <a:ext cx="475" cy="44700"/>
            </a:xfrm>
            <a:custGeom>
              <a:avLst/>
              <a:gdLst/>
              <a:ahLst/>
              <a:cxnLst/>
              <a:rect l="l" t="t" r="r" b="b"/>
              <a:pathLst>
                <a:path w="19" h="1788" extrusionOk="0">
                  <a:moveTo>
                    <a:pt x="0" y="1"/>
                  </a:moveTo>
                  <a:lnTo>
                    <a:pt x="0" y="1787"/>
                  </a:lnTo>
                  <a:lnTo>
                    <a:pt x="19" y="1769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50"/>
            <p:cNvSpPr/>
            <p:nvPr/>
          </p:nvSpPr>
          <p:spPr>
            <a:xfrm>
              <a:off x="6097250" y="2040225"/>
              <a:ext cx="500" cy="43300"/>
            </a:xfrm>
            <a:custGeom>
              <a:avLst/>
              <a:gdLst/>
              <a:ahLst/>
              <a:cxnLst/>
              <a:rect l="l" t="t" r="r" b="b"/>
              <a:pathLst>
                <a:path w="20" h="1732" extrusionOk="0">
                  <a:moveTo>
                    <a:pt x="1" y="1"/>
                  </a:moveTo>
                  <a:lnTo>
                    <a:pt x="1" y="1732"/>
                  </a:lnTo>
                  <a:lnTo>
                    <a:pt x="19" y="1713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50"/>
            <p:cNvSpPr/>
            <p:nvPr/>
          </p:nvSpPr>
          <p:spPr>
            <a:xfrm>
              <a:off x="6097725" y="2040700"/>
              <a:ext cx="950" cy="42350"/>
            </a:xfrm>
            <a:custGeom>
              <a:avLst/>
              <a:gdLst/>
              <a:ahLst/>
              <a:cxnLst/>
              <a:rect l="l" t="t" r="r" b="b"/>
              <a:pathLst>
                <a:path w="38" h="1694" extrusionOk="0">
                  <a:moveTo>
                    <a:pt x="0" y="0"/>
                  </a:moveTo>
                  <a:lnTo>
                    <a:pt x="0" y="1694"/>
                  </a:lnTo>
                  <a:lnTo>
                    <a:pt x="37" y="1675"/>
                  </a:lnTo>
                  <a:lnTo>
                    <a:pt x="37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50"/>
            <p:cNvSpPr/>
            <p:nvPr/>
          </p:nvSpPr>
          <p:spPr>
            <a:xfrm>
              <a:off x="6098650" y="2041150"/>
              <a:ext cx="500" cy="41450"/>
            </a:xfrm>
            <a:custGeom>
              <a:avLst/>
              <a:gdLst/>
              <a:ahLst/>
              <a:cxnLst/>
              <a:rect l="l" t="t" r="r" b="b"/>
              <a:pathLst>
                <a:path w="20" h="1658" extrusionOk="0">
                  <a:moveTo>
                    <a:pt x="0" y="1"/>
                  </a:moveTo>
                  <a:lnTo>
                    <a:pt x="0" y="1657"/>
                  </a:lnTo>
                  <a:lnTo>
                    <a:pt x="19" y="162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50"/>
            <p:cNvSpPr/>
            <p:nvPr/>
          </p:nvSpPr>
          <p:spPr>
            <a:xfrm>
              <a:off x="6099125" y="2041625"/>
              <a:ext cx="475" cy="40050"/>
            </a:xfrm>
            <a:custGeom>
              <a:avLst/>
              <a:gdLst/>
              <a:ahLst/>
              <a:cxnLst/>
              <a:rect l="l" t="t" r="r" b="b"/>
              <a:pathLst>
                <a:path w="19" h="1602" extrusionOk="0">
                  <a:moveTo>
                    <a:pt x="0" y="1"/>
                  </a:moveTo>
                  <a:lnTo>
                    <a:pt x="0" y="1601"/>
                  </a:lnTo>
                  <a:lnTo>
                    <a:pt x="19" y="158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50"/>
            <p:cNvSpPr/>
            <p:nvPr/>
          </p:nvSpPr>
          <p:spPr>
            <a:xfrm>
              <a:off x="6099575" y="2042100"/>
              <a:ext cx="500" cy="39100"/>
            </a:xfrm>
            <a:custGeom>
              <a:avLst/>
              <a:gdLst/>
              <a:ahLst/>
              <a:cxnLst/>
              <a:rect l="l" t="t" r="r" b="b"/>
              <a:pathLst>
                <a:path w="20" h="1564" extrusionOk="0">
                  <a:moveTo>
                    <a:pt x="1" y="0"/>
                  </a:moveTo>
                  <a:lnTo>
                    <a:pt x="1" y="1563"/>
                  </a:lnTo>
                  <a:lnTo>
                    <a:pt x="19" y="1545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50"/>
            <p:cNvSpPr/>
            <p:nvPr/>
          </p:nvSpPr>
          <p:spPr>
            <a:xfrm>
              <a:off x="6100050" y="2042550"/>
              <a:ext cx="475" cy="38175"/>
            </a:xfrm>
            <a:custGeom>
              <a:avLst/>
              <a:gdLst/>
              <a:ahLst/>
              <a:cxnLst/>
              <a:rect l="l" t="t" r="r" b="b"/>
              <a:pathLst>
                <a:path w="19" h="1527" extrusionOk="0">
                  <a:moveTo>
                    <a:pt x="0" y="1"/>
                  </a:moveTo>
                  <a:lnTo>
                    <a:pt x="0" y="1527"/>
                  </a:lnTo>
                  <a:lnTo>
                    <a:pt x="19" y="1508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50"/>
            <p:cNvSpPr/>
            <p:nvPr/>
          </p:nvSpPr>
          <p:spPr>
            <a:xfrm>
              <a:off x="6100500" y="2043500"/>
              <a:ext cx="500" cy="36775"/>
            </a:xfrm>
            <a:custGeom>
              <a:avLst/>
              <a:gdLst/>
              <a:ahLst/>
              <a:cxnLst/>
              <a:rect l="l" t="t" r="r" b="b"/>
              <a:pathLst>
                <a:path w="20" h="1471" extrusionOk="0">
                  <a:moveTo>
                    <a:pt x="1" y="0"/>
                  </a:moveTo>
                  <a:lnTo>
                    <a:pt x="1" y="1470"/>
                  </a:lnTo>
                  <a:lnTo>
                    <a:pt x="20" y="1452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50"/>
            <p:cNvSpPr/>
            <p:nvPr/>
          </p:nvSpPr>
          <p:spPr>
            <a:xfrm>
              <a:off x="6100975" y="2043950"/>
              <a:ext cx="950" cy="35850"/>
            </a:xfrm>
            <a:custGeom>
              <a:avLst/>
              <a:gdLst/>
              <a:ahLst/>
              <a:cxnLst/>
              <a:rect l="l" t="t" r="r" b="b"/>
              <a:pathLst>
                <a:path w="38" h="1434" extrusionOk="0">
                  <a:moveTo>
                    <a:pt x="1" y="1"/>
                  </a:moveTo>
                  <a:lnTo>
                    <a:pt x="1" y="1434"/>
                  </a:lnTo>
                  <a:lnTo>
                    <a:pt x="38" y="1415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50"/>
            <p:cNvSpPr/>
            <p:nvPr/>
          </p:nvSpPr>
          <p:spPr>
            <a:xfrm>
              <a:off x="6101900" y="2044425"/>
              <a:ext cx="500" cy="34925"/>
            </a:xfrm>
            <a:custGeom>
              <a:avLst/>
              <a:gdLst/>
              <a:ahLst/>
              <a:cxnLst/>
              <a:rect l="l" t="t" r="r" b="b"/>
              <a:pathLst>
                <a:path w="20" h="1397" extrusionOk="0">
                  <a:moveTo>
                    <a:pt x="1" y="0"/>
                  </a:moveTo>
                  <a:lnTo>
                    <a:pt x="1" y="1396"/>
                  </a:lnTo>
                  <a:lnTo>
                    <a:pt x="19" y="1359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50"/>
            <p:cNvSpPr/>
            <p:nvPr/>
          </p:nvSpPr>
          <p:spPr>
            <a:xfrm>
              <a:off x="6102375" y="2044875"/>
              <a:ext cx="475" cy="33525"/>
            </a:xfrm>
            <a:custGeom>
              <a:avLst/>
              <a:gdLst/>
              <a:ahLst/>
              <a:cxnLst/>
              <a:rect l="l" t="t" r="r" b="b"/>
              <a:pathLst>
                <a:path w="19" h="1341" extrusionOk="0">
                  <a:moveTo>
                    <a:pt x="0" y="1"/>
                  </a:moveTo>
                  <a:lnTo>
                    <a:pt x="0" y="1341"/>
                  </a:lnTo>
                  <a:lnTo>
                    <a:pt x="19" y="132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50"/>
            <p:cNvSpPr/>
            <p:nvPr/>
          </p:nvSpPr>
          <p:spPr>
            <a:xfrm>
              <a:off x="6102825" y="2045350"/>
              <a:ext cx="500" cy="32600"/>
            </a:xfrm>
            <a:custGeom>
              <a:avLst/>
              <a:gdLst/>
              <a:ahLst/>
              <a:cxnLst/>
              <a:rect l="l" t="t" r="r" b="b"/>
              <a:pathLst>
                <a:path w="20" h="1304" extrusionOk="0">
                  <a:moveTo>
                    <a:pt x="1" y="0"/>
                  </a:moveTo>
                  <a:lnTo>
                    <a:pt x="1" y="1303"/>
                  </a:lnTo>
                  <a:lnTo>
                    <a:pt x="20" y="1285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50"/>
            <p:cNvSpPr/>
            <p:nvPr/>
          </p:nvSpPr>
          <p:spPr>
            <a:xfrm>
              <a:off x="6103300" y="2045825"/>
              <a:ext cx="500" cy="31650"/>
            </a:xfrm>
            <a:custGeom>
              <a:avLst/>
              <a:gdLst/>
              <a:ahLst/>
              <a:cxnLst/>
              <a:rect l="l" t="t" r="r" b="b"/>
              <a:pathLst>
                <a:path w="20" h="1266" extrusionOk="0">
                  <a:moveTo>
                    <a:pt x="1" y="0"/>
                  </a:moveTo>
                  <a:lnTo>
                    <a:pt x="1" y="1266"/>
                  </a:lnTo>
                  <a:lnTo>
                    <a:pt x="19" y="1247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50"/>
            <p:cNvSpPr/>
            <p:nvPr/>
          </p:nvSpPr>
          <p:spPr>
            <a:xfrm>
              <a:off x="6103775" y="2046750"/>
              <a:ext cx="475" cy="30250"/>
            </a:xfrm>
            <a:custGeom>
              <a:avLst/>
              <a:gdLst/>
              <a:ahLst/>
              <a:cxnLst/>
              <a:rect l="l" t="t" r="r" b="b"/>
              <a:pathLst>
                <a:path w="19" h="1210" extrusionOk="0">
                  <a:moveTo>
                    <a:pt x="0" y="0"/>
                  </a:moveTo>
                  <a:lnTo>
                    <a:pt x="0" y="1210"/>
                  </a:lnTo>
                  <a:lnTo>
                    <a:pt x="19" y="1191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50"/>
            <p:cNvSpPr/>
            <p:nvPr/>
          </p:nvSpPr>
          <p:spPr>
            <a:xfrm>
              <a:off x="6104225" y="2047200"/>
              <a:ext cx="950" cy="29350"/>
            </a:xfrm>
            <a:custGeom>
              <a:avLst/>
              <a:gdLst/>
              <a:ahLst/>
              <a:cxnLst/>
              <a:rect l="l" t="t" r="r" b="b"/>
              <a:pathLst>
                <a:path w="38" h="1174" extrusionOk="0">
                  <a:moveTo>
                    <a:pt x="1" y="1"/>
                  </a:moveTo>
                  <a:lnTo>
                    <a:pt x="1" y="1173"/>
                  </a:lnTo>
                  <a:lnTo>
                    <a:pt x="38" y="1155"/>
                  </a:lnTo>
                  <a:lnTo>
                    <a:pt x="38" y="2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50"/>
            <p:cNvSpPr/>
            <p:nvPr/>
          </p:nvSpPr>
          <p:spPr>
            <a:xfrm>
              <a:off x="6105175" y="2047675"/>
              <a:ext cx="475" cy="28400"/>
            </a:xfrm>
            <a:custGeom>
              <a:avLst/>
              <a:gdLst/>
              <a:ahLst/>
              <a:cxnLst/>
              <a:rect l="l" t="t" r="r" b="b"/>
              <a:pathLst>
                <a:path w="19" h="1136" extrusionOk="0">
                  <a:moveTo>
                    <a:pt x="0" y="1"/>
                  </a:moveTo>
                  <a:lnTo>
                    <a:pt x="0" y="1136"/>
                  </a:lnTo>
                  <a:lnTo>
                    <a:pt x="19" y="1099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50"/>
            <p:cNvSpPr/>
            <p:nvPr/>
          </p:nvSpPr>
          <p:spPr>
            <a:xfrm>
              <a:off x="6105625" y="2048150"/>
              <a:ext cx="500" cy="27000"/>
            </a:xfrm>
            <a:custGeom>
              <a:avLst/>
              <a:gdLst/>
              <a:ahLst/>
              <a:cxnLst/>
              <a:rect l="l" t="t" r="r" b="b"/>
              <a:pathLst>
                <a:path w="20" h="1080" extrusionOk="0">
                  <a:moveTo>
                    <a:pt x="1" y="0"/>
                  </a:moveTo>
                  <a:lnTo>
                    <a:pt x="1" y="1080"/>
                  </a:lnTo>
                  <a:lnTo>
                    <a:pt x="19" y="1061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50"/>
            <p:cNvSpPr/>
            <p:nvPr/>
          </p:nvSpPr>
          <p:spPr>
            <a:xfrm>
              <a:off x="6106100" y="2048600"/>
              <a:ext cx="475" cy="26075"/>
            </a:xfrm>
            <a:custGeom>
              <a:avLst/>
              <a:gdLst/>
              <a:ahLst/>
              <a:cxnLst/>
              <a:rect l="l" t="t" r="r" b="b"/>
              <a:pathLst>
                <a:path w="19" h="1043" extrusionOk="0">
                  <a:moveTo>
                    <a:pt x="0" y="1"/>
                  </a:moveTo>
                  <a:lnTo>
                    <a:pt x="0" y="1043"/>
                  </a:lnTo>
                  <a:lnTo>
                    <a:pt x="19" y="1024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50"/>
            <p:cNvSpPr/>
            <p:nvPr/>
          </p:nvSpPr>
          <p:spPr>
            <a:xfrm>
              <a:off x="6106550" y="2049075"/>
              <a:ext cx="500" cy="25150"/>
            </a:xfrm>
            <a:custGeom>
              <a:avLst/>
              <a:gdLst/>
              <a:ahLst/>
              <a:cxnLst/>
              <a:rect l="l" t="t" r="r" b="b"/>
              <a:pathLst>
                <a:path w="20" h="1006" extrusionOk="0">
                  <a:moveTo>
                    <a:pt x="1" y="0"/>
                  </a:moveTo>
                  <a:lnTo>
                    <a:pt x="1" y="1005"/>
                  </a:lnTo>
                  <a:lnTo>
                    <a:pt x="19" y="987"/>
                  </a:lnTo>
                  <a:lnTo>
                    <a:pt x="19" y="3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50"/>
            <p:cNvSpPr/>
            <p:nvPr/>
          </p:nvSpPr>
          <p:spPr>
            <a:xfrm>
              <a:off x="6107025" y="2050000"/>
              <a:ext cx="500" cy="23750"/>
            </a:xfrm>
            <a:custGeom>
              <a:avLst/>
              <a:gdLst/>
              <a:ahLst/>
              <a:cxnLst/>
              <a:rect l="l" t="t" r="r" b="b"/>
              <a:pathLst>
                <a:path w="20" h="950" extrusionOk="0">
                  <a:moveTo>
                    <a:pt x="0" y="1"/>
                  </a:moveTo>
                  <a:lnTo>
                    <a:pt x="0" y="950"/>
                  </a:lnTo>
                  <a:lnTo>
                    <a:pt x="19" y="931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50"/>
            <p:cNvSpPr/>
            <p:nvPr/>
          </p:nvSpPr>
          <p:spPr>
            <a:xfrm>
              <a:off x="6107500" y="2050475"/>
              <a:ext cx="950" cy="22825"/>
            </a:xfrm>
            <a:custGeom>
              <a:avLst/>
              <a:gdLst/>
              <a:ahLst/>
              <a:cxnLst/>
              <a:rect l="l" t="t" r="r" b="b"/>
              <a:pathLst>
                <a:path w="38" h="913" extrusionOk="0">
                  <a:moveTo>
                    <a:pt x="0" y="0"/>
                  </a:moveTo>
                  <a:lnTo>
                    <a:pt x="0" y="912"/>
                  </a:lnTo>
                  <a:lnTo>
                    <a:pt x="37" y="893"/>
                  </a:lnTo>
                  <a:lnTo>
                    <a:pt x="37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50"/>
            <p:cNvSpPr/>
            <p:nvPr/>
          </p:nvSpPr>
          <p:spPr>
            <a:xfrm>
              <a:off x="6108425" y="2050925"/>
              <a:ext cx="475" cy="21900"/>
            </a:xfrm>
            <a:custGeom>
              <a:avLst/>
              <a:gdLst/>
              <a:ahLst/>
              <a:cxnLst/>
              <a:rect l="l" t="t" r="r" b="b"/>
              <a:pathLst>
                <a:path w="19" h="876" extrusionOk="0">
                  <a:moveTo>
                    <a:pt x="0" y="1"/>
                  </a:moveTo>
                  <a:lnTo>
                    <a:pt x="0" y="875"/>
                  </a:lnTo>
                  <a:lnTo>
                    <a:pt x="19" y="838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50"/>
            <p:cNvSpPr/>
            <p:nvPr/>
          </p:nvSpPr>
          <p:spPr>
            <a:xfrm>
              <a:off x="6108875" y="2051400"/>
              <a:ext cx="500" cy="20500"/>
            </a:xfrm>
            <a:custGeom>
              <a:avLst/>
              <a:gdLst/>
              <a:ahLst/>
              <a:cxnLst/>
              <a:rect l="l" t="t" r="r" b="b"/>
              <a:pathLst>
                <a:path w="20" h="820" extrusionOk="0">
                  <a:moveTo>
                    <a:pt x="1" y="0"/>
                  </a:moveTo>
                  <a:lnTo>
                    <a:pt x="1" y="819"/>
                  </a:lnTo>
                  <a:lnTo>
                    <a:pt x="20" y="801"/>
                  </a:lnTo>
                  <a:lnTo>
                    <a:pt x="20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50"/>
            <p:cNvSpPr/>
            <p:nvPr/>
          </p:nvSpPr>
          <p:spPr>
            <a:xfrm>
              <a:off x="6109350" y="2051875"/>
              <a:ext cx="500" cy="19550"/>
            </a:xfrm>
            <a:custGeom>
              <a:avLst/>
              <a:gdLst/>
              <a:ahLst/>
              <a:cxnLst/>
              <a:rect l="l" t="t" r="r" b="b"/>
              <a:pathLst>
                <a:path w="20" h="782" extrusionOk="0">
                  <a:moveTo>
                    <a:pt x="1" y="0"/>
                  </a:moveTo>
                  <a:lnTo>
                    <a:pt x="1" y="782"/>
                  </a:lnTo>
                  <a:lnTo>
                    <a:pt x="19" y="76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50"/>
            <p:cNvSpPr/>
            <p:nvPr/>
          </p:nvSpPr>
          <p:spPr>
            <a:xfrm>
              <a:off x="6109825" y="2052325"/>
              <a:ext cx="475" cy="18650"/>
            </a:xfrm>
            <a:custGeom>
              <a:avLst/>
              <a:gdLst/>
              <a:ahLst/>
              <a:cxnLst/>
              <a:rect l="l" t="t" r="r" b="b"/>
              <a:pathLst>
                <a:path w="19" h="746" extrusionOk="0">
                  <a:moveTo>
                    <a:pt x="0" y="1"/>
                  </a:moveTo>
                  <a:lnTo>
                    <a:pt x="0" y="745"/>
                  </a:lnTo>
                  <a:lnTo>
                    <a:pt x="19" y="726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50"/>
            <p:cNvSpPr/>
            <p:nvPr/>
          </p:nvSpPr>
          <p:spPr>
            <a:xfrm>
              <a:off x="6110275" y="2053250"/>
              <a:ext cx="500" cy="17250"/>
            </a:xfrm>
            <a:custGeom>
              <a:avLst/>
              <a:gdLst/>
              <a:ahLst/>
              <a:cxnLst/>
              <a:rect l="l" t="t" r="r" b="b"/>
              <a:pathLst>
                <a:path w="20" h="690" extrusionOk="0">
                  <a:moveTo>
                    <a:pt x="1" y="1"/>
                  </a:moveTo>
                  <a:lnTo>
                    <a:pt x="1" y="689"/>
                  </a:lnTo>
                  <a:lnTo>
                    <a:pt x="19" y="671"/>
                  </a:lnTo>
                  <a:lnTo>
                    <a:pt x="19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50"/>
            <p:cNvSpPr/>
            <p:nvPr/>
          </p:nvSpPr>
          <p:spPr>
            <a:xfrm>
              <a:off x="6110750" y="2053725"/>
              <a:ext cx="950" cy="16300"/>
            </a:xfrm>
            <a:custGeom>
              <a:avLst/>
              <a:gdLst/>
              <a:ahLst/>
              <a:cxnLst/>
              <a:rect l="l" t="t" r="r" b="b"/>
              <a:pathLst>
                <a:path w="38" h="652" extrusionOk="0">
                  <a:moveTo>
                    <a:pt x="0" y="0"/>
                  </a:moveTo>
                  <a:lnTo>
                    <a:pt x="0" y="652"/>
                  </a:lnTo>
                  <a:lnTo>
                    <a:pt x="38" y="633"/>
                  </a:lnTo>
                  <a:lnTo>
                    <a:pt x="38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50"/>
            <p:cNvSpPr/>
            <p:nvPr/>
          </p:nvSpPr>
          <p:spPr>
            <a:xfrm>
              <a:off x="6111675" y="2054200"/>
              <a:ext cx="500" cy="15375"/>
            </a:xfrm>
            <a:custGeom>
              <a:avLst/>
              <a:gdLst/>
              <a:ahLst/>
              <a:cxnLst/>
              <a:rect l="l" t="t" r="r" b="b"/>
              <a:pathLst>
                <a:path w="20" h="615" extrusionOk="0">
                  <a:moveTo>
                    <a:pt x="1" y="0"/>
                  </a:moveTo>
                  <a:lnTo>
                    <a:pt x="1" y="614"/>
                  </a:lnTo>
                  <a:lnTo>
                    <a:pt x="19" y="57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50"/>
            <p:cNvSpPr/>
            <p:nvPr/>
          </p:nvSpPr>
          <p:spPr>
            <a:xfrm>
              <a:off x="6112150" y="2054650"/>
              <a:ext cx="475" cy="13975"/>
            </a:xfrm>
            <a:custGeom>
              <a:avLst/>
              <a:gdLst/>
              <a:ahLst/>
              <a:cxnLst/>
              <a:rect l="l" t="t" r="r" b="b"/>
              <a:pathLst>
                <a:path w="19" h="559" extrusionOk="0">
                  <a:moveTo>
                    <a:pt x="0" y="1"/>
                  </a:moveTo>
                  <a:lnTo>
                    <a:pt x="0" y="559"/>
                  </a:lnTo>
                  <a:lnTo>
                    <a:pt x="19" y="540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50"/>
            <p:cNvSpPr/>
            <p:nvPr/>
          </p:nvSpPr>
          <p:spPr>
            <a:xfrm>
              <a:off x="6112600" y="2055125"/>
              <a:ext cx="500" cy="13050"/>
            </a:xfrm>
            <a:custGeom>
              <a:avLst/>
              <a:gdLst/>
              <a:ahLst/>
              <a:cxnLst/>
              <a:rect l="l" t="t" r="r" b="b"/>
              <a:pathLst>
                <a:path w="20" h="522" extrusionOk="0">
                  <a:moveTo>
                    <a:pt x="1" y="0"/>
                  </a:moveTo>
                  <a:lnTo>
                    <a:pt x="1" y="521"/>
                  </a:lnTo>
                  <a:lnTo>
                    <a:pt x="19" y="503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50"/>
            <p:cNvSpPr/>
            <p:nvPr/>
          </p:nvSpPr>
          <p:spPr>
            <a:xfrm>
              <a:off x="6113075" y="2055575"/>
              <a:ext cx="475" cy="12125"/>
            </a:xfrm>
            <a:custGeom>
              <a:avLst/>
              <a:gdLst/>
              <a:ahLst/>
              <a:cxnLst/>
              <a:rect l="l" t="t" r="r" b="b"/>
              <a:pathLst>
                <a:path w="19" h="485" extrusionOk="0">
                  <a:moveTo>
                    <a:pt x="0" y="1"/>
                  </a:moveTo>
                  <a:lnTo>
                    <a:pt x="0" y="485"/>
                  </a:lnTo>
                  <a:lnTo>
                    <a:pt x="19" y="466"/>
                  </a:lnTo>
                  <a:lnTo>
                    <a:pt x="19" y="38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50"/>
            <p:cNvSpPr/>
            <p:nvPr/>
          </p:nvSpPr>
          <p:spPr>
            <a:xfrm>
              <a:off x="6113550" y="2056525"/>
              <a:ext cx="475" cy="10725"/>
            </a:xfrm>
            <a:custGeom>
              <a:avLst/>
              <a:gdLst/>
              <a:ahLst/>
              <a:cxnLst/>
              <a:rect l="l" t="t" r="r" b="b"/>
              <a:pathLst>
                <a:path w="19" h="429" extrusionOk="0">
                  <a:moveTo>
                    <a:pt x="0" y="0"/>
                  </a:moveTo>
                  <a:lnTo>
                    <a:pt x="0" y="428"/>
                  </a:lnTo>
                  <a:lnTo>
                    <a:pt x="19" y="410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50"/>
            <p:cNvSpPr/>
            <p:nvPr/>
          </p:nvSpPr>
          <p:spPr>
            <a:xfrm>
              <a:off x="6114000" y="2056975"/>
              <a:ext cx="950" cy="9800"/>
            </a:xfrm>
            <a:custGeom>
              <a:avLst/>
              <a:gdLst/>
              <a:ahLst/>
              <a:cxnLst/>
              <a:rect l="l" t="t" r="r" b="b"/>
              <a:pathLst>
                <a:path w="38" h="392" extrusionOk="0">
                  <a:moveTo>
                    <a:pt x="1" y="1"/>
                  </a:moveTo>
                  <a:lnTo>
                    <a:pt x="1" y="392"/>
                  </a:lnTo>
                  <a:lnTo>
                    <a:pt x="38" y="373"/>
                  </a:lnTo>
                  <a:lnTo>
                    <a:pt x="38" y="19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50"/>
            <p:cNvSpPr/>
            <p:nvPr/>
          </p:nvSpPr>
          <p:spPr>
            <a:xfrm>
              <a:off x="6114925" y="2057450"/>
              <a:ext cx="500" cy="8850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" y="0"/>
                  </a:moveTo>
                  <a:lnTo>
                    <a:pt x="1" y="354"/>
                  </a:lnTo>
                  <a:lnTo>
                    <a:pt x="19" y="31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50"/>
            <p:cNvSpPr/>
            <p:nvPr/>
          </p:nvSpPr>
          <p:spPr>
            <a:xfrm>
              <a:off x="6115400" y="2057900"/>
              <a:ext cx="500" cy="7475"/>
            </a:xfrm>
            <a:custGeom>
              <a:avLst/>
              <a:gdLst/>
              <a:ahLst/>
              <a:cxnLst/>
              <a:rect l="l" t="t" r="r" b="b"/>
              <a:pathLst>
                <a:path w="20" h="299" extrusionOk="0">
                  <a:moveTo>
                    <a:pt x="0" y="1"/>
                  </a:moveTo>
                  <a:lnTo>
                    <a:pt x="0" y="299"/>
                  </a:lnTo>
                  <a:lnTo>
                    <a:pt x="19" y="280"/>
                  </a:lnTo>
                  <a:lnTo>
                    <a:pt x="19" y="20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50"/>
            <p:cNvSpPr/>
            <p:nvPr/>
          </p:nvSpPr>
          <p:spPr>
            <a:xfrm>
              <a:off x="6115875" y="2058375"/>
              <a:ext cx="475" cy="6550"/>
            </a:xfrm>
            <a:custGeom>
              <a:avLst/>
              <a:gdLst/>
              <a:ahLst/>
              <a:cxnLst/>
              <a:rect l="l" t="t" r="r" b="b"/>
              <a:pathLst>
                <a:path w="19" h="262" extrusionOk="0">
                  <a:moveTo>
                    <a:pt x="0" y="1"/>
                  </a:moveTo>
                  <a:lnTo>
                    <a:pt x="0" y="261"/>
                  </a:lnTo>
                  <a:lnTo>
                    <a:pt x="19" y="242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50"/>
            <p:cNvSpPr/>
            <p:nvPr/>
          </p:nvSpPr>
          <p:spPr>
            <a:xfrm>
              <a:off x="6116325" y="2058850"/>
              <a:ext cx="500" cy="5600"/>
            </a:xfrm>
            <a:custGeom>
              <a:avLst/>
              <a:gdLst/>
              <a:ahLst/>
              <a:cxnLst/>
              <a:rect l="l" t="t" r="r" b="b"/>
              <a:pathLst>
                <a:path w="20" h="224" extrusionOk="0">
                  <a:moveTo>
                    <a:pt x="1" y="0"/>
                  </a:moveTo>
                  <a:lnTo>
                    <a:pt x="1" y="223"/>
                  </a:lnTo>
                  <a:lnTo>
                    <a:pt x="19" y="205"/>
                  </a:lnTo>
                  <a:lnTo>
                    <a:pt x="19" y="3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50"/>
            <p:cNvSpPr/>
            <p:nvPr/>
          </p:nvSpPr>
          <p:spPr>
            <a:xfrm>
              <a:off x="6116800" y="2059775"/>
              <a:ext cx="475" cy="4200"/>
            </a:xfrm>
            <a:custGeom>
              <a:avLst/>
              <a:gdLst/>
              <a:ahLst/>
              <a:cxnLst/>
              <a:rect l="l" t="t" r="r" b="b"/>
              <a:pathLst>
                <a:path w="19" h="168" extrusionOk="0">
                  <a:moveTo>
                    <a:pt x="0" y="0"/>
                  </a:moveTo>
                  <a:lnTo>
                    <a:pt x="0" y="168"/>
                  </a:lnTo>
                  <a:lnTo>
                    <a:pt x="19" y="149"/>
                  </a:lnTo>
                  <a:lnTo>
                    <a:pt x="19" y="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50"/>
            <p:cNvSpPr/>
            <p:nvPr/>
          </p:nvSpPr>
          <p:spPr>
            <a:xfrm>
              <a:off x="6117250" y="2060225"/>
              <a:ext cx="975" cy="3300"/>
            </a:xfrm>
            <a:custGeom>
              <a:avLst/>
              <a:gdLst/>
              <a:ahLst/>
              <a:cxnLst/>
              <a:rect l="l" t="t" r="r" b="b"/>
              <a:pathLst>
                <a:path w="39" h="132" extrusionOk="0">
                  <a:moveTo>
                    <a:pt x="1" y="1"/>
                  </a:moveTo>
                  <a:lnTo>
                    <a:pt x="1" y="131"/>
                  </a:lnTo>
                  <a:lnTo>
                    <a:pt x="38" y="113"/>
                  </a:lnTo>
                  <a:lnTo>
                    <a:pt x="38" y="20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50"/>
            <p:cNvSpPr/>
            <p:nvPr/>
          </p:nvSpPr>
          <p:spPr>
            <a:xfrm>
              <a:off x="6118200" y="2060700"/>
              <a:ext cx="475" cy="2350"/>
            </a:xfrm>
            <a:custGeom>
              <a:avLst/>
              <a:gdLst/>
              <a:ahLst/>
              <a:cxnLst/>
              <a:rect l="l" t="t" r="r" b="b"/>
              <a:pathLst>
                <a:path w="19" h="94" extrusionOk="0">
                  <a:moveTo>
                    <a:pt x="0" y="1"/>
                  </a:moveTo>
                  <a:lnTo>
                    <a:pt x="0" y="94"/>
                  </a:lnTo>
                  <a:lnTo>
                    <a:pt x="19" y="56"/>
                  </a:lnTo>
                  <a:lnTo>
                    <a:pt x="19" y="19"/>
                  </a:ln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50"/>
            <p:cNvSpPr/>
            <p:nvPr/>
          </p:nvSpPr>
          <p:spPr>
            <a:xfrm>
              <a:off x="6118650" y="2061175"/>
              <a:ext cx="500" cy="950"/>
            </a:xfrm>
            <a:custGeom>
              <a:avLst/>
              <a:gdLst/>
              <a:ahLst/>
              <a:cxnLst/>
              <a:rect l="l" t="t" r="r" b="b"/>
              <a:pathLst>
                <a:path w="20" h="38" extrusionOk="0">
                  <a:moveTo>
                    <a:pt x="1" y="0"/>
                  </a:moveTo>
                  <a:lnTo>
                    <a:pt x="1" y="37"/>
                  </a:lnTo>
                  <a:lnTo>
                    <a:pt x="19" y="19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50"/>
            <p:cNvSpPr/>
            <p:nvPr/>
          </p:nvSpPr>
          <p:spPr>
            <a:xfrm>
              <a:off x="5774825" y="2299850"/>
              <a:ext cx="309425" cy="30942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7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6" name="Google Shape;826;p50"/>
          <p:cNvGrpSpPr/>
          <p:nvPr/>
        </p:nvGrpSpPr>
        <p:grpSpPr>
          <a:xfrm>
            <a:off x="8502856" y="115366"/>
            <a:ext cx="849275" cy="848250"/>
            <a:chOff x="2651171" y="2397773"/>
            <a:chExt cx="2099568" cy="2097033"/>
          </a:xfrm>
        </p:grpSpPr>
        <p:sp>
          <p:nvSpPr>
            <p:cNvPr id="827" name="Google Shape;827;p50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50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9" name="Google Shape;829;p50"/>
          <p:cNvGrpSpPr/>
          <p:nvPr/>
        </p:nvGrpSpPr>
        <p:grpSpPr>
          <a:xfrm>
            <a:off x="8163956" y="115366"/>
            <a:ext cx="849275" cy="848250"/>
            <a:chOff x="2651171" y="2397773"/>
            <a:chExt cx="2099568" cy="2097033"/>
          </a:xfrm>
        </p:grpSpPr>
        <p:sp>
          <p:nvSpPr>
            <p:cNvPr id="830" name="Google Shape;830;p50"/>
            <p:cNvSpPr/>
            <p:nvPr/>
          </p:nvSpPr>
          <p:spPr>
            <a:xfrm>
              <a:off x="2651171" y="2397773"/>
              <a:ext cx="2099568" cy="2097033"/>
            </a:xfrm>
            <a:custGeom>
              <a:avLst/>
              <a:gdLst/>
              <a:ahLst/>
              <a:cxnLst/>
              <a:rect l="l" t="t" r="r" b="b"/>
              <a:pathLst>
                <a:path w="14908" h="14890" extrusionOk="0">
                  <a:moveTo>
                    <a:pt x="447" y="7445"/>
                  </a:moveTo>
                  <a:lnTo>
                    <a:pt x="7445" y="14461"/>
                  </a:lnTo>
                  <a:lnTo>
                    <a:pt x="14461" y="7445"/>
                  </a:lnTo>
                  <a:lnTo>
                    <a:pt x="7445" y="429"/>
                  </a:lnTo>
                  <a:close/>
                  <a:moveTo>
                    <a:pt x="7445" y="14889"/>
                  </a:moveTo>
                  <a:lnTo>
                    <a:pt x="0" y="7445"/>
                  </a:lnTo>
                  <a:lnTo>
                    <a:pt x="7445" y="1"/>
                  </a:lnTo>
                  <a:lnTo>
                    <a:pt x="14908" y="7445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50"/>
            <p:cNvSpPr/>
            <p:nvPr/>
          </p:nvSpPr>
          <p:spPr>
            <a:xfrm>
              <a:off x="3033817" y="2780418"/>
              <a:ext cx="1334271" cy="1334271"/>
            </a:xfrm>
            <a:custGeom>
              <a:avLst/>
              <a:gdLst/>
              <a:ahLst/>
              <a:cxnLst/>
              <a:rect l="l" t="t" r="r" b="b"/>
              <a:pathLst>
                <a:path w="9474" h="9474" extrusionOk="0">
                  <a:moveTo>
                    <a:pt x="429" y="4728"/>
                  </a:moveTo>
                  <a:lnTo>
                    <a:pt x="4728" y="9027"/>
                  </a:lnTo>
                  <a:lnTo>
                    <a:pt x="9027" y="4728"/>
                  </a:lnTo>
                  <a:lnTo>
                    <a:pt x="4728" y="429"/>
                  </a:lnTo>
                  <a:close/>
                  <a:moveTo>
                    <a:pt x="4728" y="9474"/>
                  </a:moveTo>
                  <a:lnTo>
                    <a:pt x="1" y="4728"/>
                  </a:lnTo>
                  <a:lnTo>
                    <a:pt x="4728" y="1"/>
                  </a:lnTo>
                  <a:lnTo>
                    <a:pt x="9473" y="472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00FF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3" name="Google Shape;2153;p75"/>
          <p:cNvSpPr/>
          <p:nvPr/>
        </p:nvSpPr>
        <p:spPr>
          <a:xfrm flipH="1">
            <a:off x="102342" y="102777"/>
            <a:ext cx="724127" cy="726303"/>
          </a:xfrm>
          <a:custGeom>
            <a:avLst/>
            <a:gdLst/>
            <a:ahLst/>
            <a:cxnLst/>
            <a:rect l="l" t="t" r="r" b="b"/>
            <a:pathLst>
              <a:path w="6031" h="6049" extrusionOk="0">
                <a:moveTo>
                  <a:pt x="3015" y="0"/>
                </a:moveTo>
                <a:lnTo>
                  <a:pt x="0" y="3015"/>
                </a:lnTo>
                <a:lnTo>
                  <a:pt x="3015" y="6049"/>
                </a:lnTo>
                <a:lnTo>
                  <a:pt x="6030" y="3015"/>
                </a:lnTo>
                <a:lnTo>
                  <a:pt x="3015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rgbClr val="00FFFF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54" name="Google Shape;2154;p75"/>
          <p:cNvGrpSpPr/>
          <p:nvPr/>
        </p:nvGrpSpPr>
        <p:grpSpPr>
          <a:xfrm flipH="1">
            <a:off x="-603882" y="-418180"/>
            <a:ext cx="2136578" cy="1768212"/>
            <a:chOff x="5440750" y="1669400"/>
            <a:chExt cx="971525" cy="804025"/>
          </a:xfrm>
        </p:grpSpPr>
        <p:sp>
          <p:nvSpPr>
            <p:cNvPr id="2155" name="Google Shape;2155;p75"/>
            <p:cNvSpPr/>
            <p:nvPr/>
          </p:nvSpPr>
          <p:spPr>
            <a:xfrm>
              <a:off x="5511025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98" y="31714"/>
                  </a:lnTo>
                  <a:lnTo>
                    <a:pt x="31731" y="16081"/>
                  </a:lnTo>
                  <a:lnTo>
                    <a:pt x="16098" y="429"/>
                  </a:lnTo>
                  <a:close/>
                  <a:moveTo>
                    <a:pt x="16098" y="32160"/>
                  </a:moveTo>
                  <a:lnTo>
                    <a:pt x="0" y="16081"/>
                  </a:lnTo>
                  <a:lnTo>
                    <a:pt x="16098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6" name="Google Shape;2156;p75"/>
            <p:cNvSpPr/>
            <p:nvPr/>
          </p:nvSpPr>
          <p:spPr>
            <a:xfrm>
              <a:off x="5487750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7" name="Google Shape;2157;p75"/>
            <p:cNvSpPr/>
            <p:nvPr/>
          </p:nvSpPr>
          <p:spPr>
            <a:xfrm>
              <a:off x="546447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29" y="16081"/>
                  </a:moveTo>
                  <a:lnTo>
                    <a:pt x="16081" y="31714"/>
                  </a:lnTo>
                  <a:lnTo>
                    <a:pt x="31714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8" name="Google Shape;2158;p75"/>
            <p:cNvSpPr/>
            <p:nvPr/>
          </p:nvSpPr>
          <p:spPr>
            <a:xfrm>
              <a:off x="544075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7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9" name="Google Shape;2159;p75"/>
            <p:cNvSpPr/>
            <p:nvPr/>
          </p:nvSpPr>
          <p:spPr>
            <a:xfrm>
              <a:off x="560780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1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0" name="Google Shape;2160;p75"/>
            <p:cNvSpPr/>
            <p:nvPr/>
          </p:nvSpPr>
          <p:spPr>
            <a:xfrm>
              <a:off x="558452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1" name="Google Shape;2161;p75"/>
            <p:cNvSpPr/>
            <p:nvPr/>
          </p:nvSpPr>
          <p:spPr>
            <a:xfrm>
              <a:off x="556127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28" y="16081"/>
                  </a:moveTo>
                  <a:lnTo>
                    <a:pt x="16080" y="31714"/>
                  </a:lnTo>
                  <a:lnTo>
                    <a:pt x="31713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5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2" name="Google Shape;2162;p75"/>
            <p:cNvSpPr/>
            <p:nvPr/>
          </p:nvSpPr>
          <p:spPr>
            <a:xfrm>
              <a:off x="553752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48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3" name="Google Shape;2163;p75"/>
            <p:cNvSpPr/>
            <p:nvPr/>
          </p:nvSpPr>
          <p:spPr>
            <a:xfrm>
              <a:off x="6140976" y="230127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4" name="Google Shape;2164;p75"/>
            <p:cNvSpPr/>
            <p:nvPr/>
          </p:nvSpPr>
          <p:spPr>
            <a:xfrm>
              <a:off x="6135401" y="2295919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6477" h="6477" extrusionOk="0">
                  <a:moveTo>
                    <a:pt x="428" y="3238"/>
                  </a:moveTo>
                  <a:lnTo>
                    <a:pt x="3238" y="6049"/>
                  </a:lnTo>
                  <a:lnTo>
                    <a:pt x="6030" y="3238"/>
                  </a:lnTo>
                  <a:lnTo>
                    <a:pt x="3238" y="447"/>
                  </a:lnTo>
                  <a:close/>
                  <a:moveTo>
                    <a:pt x="3238" y="6477"/>
                  </a:moveTo>
                  <a:lnTo>
                    <a:pt x="0" y="3238"/>
                  </a:lnTo>
                  <a:lnTo>
                    <a:pt x="3238" y="0"/>
                  </a:lnTo>
                  <a:lnTo>
                    <a:pt x="6477" y="323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5" name="Google Shape;2165;p75"/>
            <p:cNvSpPr/>
            <p:nvPr/>
          </p:nvSpPr>
          <p:spPr>
            <a:xfrm>
              <a:off x="6163776" y="2324294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674EA7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66" name="Google Shape;2166;p75"/>
          <p:cNvGrpSpPr/>
          <p:nvPr/>
        </p:nvGrpSpPr>
        <p:grpSpPr>
          <a:xfrm>
            <a:off x="-1110993" y="1389236"/>
            <a:ext cx="2429466" cy="2063219"/>
            <a:chOff x="4665875" y="2808650"/>
            <a:chExt cx="993850" cy="844025"/>
          </a:xfrm>
        </p:grpSpPr>
        <p:sp>
          <p:nvSpPr>
            <p:cNvPr id="2167" name="Google Shape;2167;p75"/>
            <p:cNvSpPr/>
            <p:nvPr/>
          </p:nvSpPr>
          <p:spPr>
            <a:xfrm>
              <a:off x="4837550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39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8" name="Google Shape;2168;p75"/>
            <p:cNvSpPr/>
            <p:nvPr/>
          </p:nvSpPr>
          <p:spPr>
            <a:xfrm>
              <a:off x="4813375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9" name="Google Shape;2169;p75"/>
            <p:cNvSpPr/>
            <p:nvPr/>
          </p:nvSpPr>
          <p:spPr>
            <a:xfrm>
              <a:off x="4789625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40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0" name="Google Shape;2170;p75"/>
            <p:cNvSpPr/>
            <p:nvPr/>
          </p:nvSpPr>
          <p:spPr>
            <a:xfrm>
              <a:off x="4765450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1" name="Google Shape;2171;p75"/>
            <p:cNvSpPr/>
            <p:nvPr/>
          </p:nvSpPr>
          <p:spPr>
            <a:xfrm>
              <a:off x="4665875" y="2808650"/>
              <a:ext cx="844500" cy="844025"/>
            </a:xfrm>
            <a:custGeom>
              <a:avLst/>
              <a:gdLst/>
              <a:ahLst/>
              <a:cxnLst/>
              <a:rect l="l" t="t" r="r" b="b"/>
              <a:pathLst>
                <a:path w="33780" h="33761" extrusionOk="0">
                  <a:moveTo>
                    <a:pt x="1322" y="16880"/>
                  </a:moveTo>
                  <a:lnTo>
                    <a:pt x="16899" y="32439"/>
                  </a:lnTo>
                  <a:lnTo>
                    <a:pt x="32458" y="16880"/>
                  </a:lnTo>
                  <a:lnTo>
                    <a:pt x="16899" y="1303"/>
                  </a:lnTo>
                  <a:close/>
                  <a:moveTo>
                    <a:pt x="16899" y="33760"/>
                  </a:moveTo>
                  <a:lnTo>
                    <a:pt x="1" y="16880"/>
                  </a:lnTo>
                  <a:lnTo>
                    <a:pt x="16899" y="0"/>
                  </a:lnTo>
                  <a:lnTo>
                    <a:pt x="33779" y="1688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2" name="Google Shape;2172;p75"/>
            <p:cNvSpPr/>
            <p:nvPr/>
          </p:nvSpPr>
          <p:spPr>
            <a:xfrm>
              <a:off x="4967653" y="3046159"/>
              <a:ext cx="368975" cy="369000"/>
            </a:xfrm>
            <a:custGeom>
              <a:avLst/>
              <a:gdLst/>
              <a:ahLst/>
              <a:cxnLst/>
              <a:rect l="l" t="t" r="r" b="b"/>
              <a:pathLst>
                <a:path w="14759" h="14760" extrusionOk="0">
                  <a:moveTo>
                    <a:pt x="429" y="7371"/>
                  </a:moveTo>
                  <a:lnTo>
                    <a:pt x="7370" y="14331"/>
                  </a:lnTo>
                  <a:lnTo>
                    <a:pt x="14331" y="7371"/>
                  </a:lnTo>
                  <a:lnTo>
                    <a:pt x="7370" y="429"/>
                  </a:lnTo>
                  <a:close/>
                  <a:moveTo>
                    <a:pt x="7370" y="14759"/>
                  </a:moveTo>
                  <a:lnTo>
                    <a:pt x="1" y="7371"/>
                  </a:lnTo>
                  <a:lnTo>
                    <a:pt x="7370" y="1"/>
                  </a:lnTo>
                  <a:lnTo>
                    <a:pt x="14759" y="737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3" name="Google Shape;2173;p75"/>
            <p:cNvSpPr/>
            <p:nvPr/>
          </p:nvSpPr>
          <p:spPr>
            <a:xfrm>
              <a:off x="5034653" y="3113159"/>
              <a:ext cx="234975" cy="235000"/>
            </a:xfrm>
            <a:custGeom>
              <a:avLst/>
              <a:gdLst/>
              <a:ahLst/>
              <a:cxnLst/>
              <a:rect l="l" t="t" r="r" b="b"/>
              <a:pathLst>
                <a:path w="9399" h="9400" extrusionOk="0">
                  <a:moveTo>
                    <a:pt x="447" y="4691"/>
                  </a:moveTo>
                  <a:lnTo>
                    <a:pt x="4690" y="8953"/>
                  </a:lnTo>
                  <a:lnTo>
                    <a:pt x="8952" y="4691"/>
                  </a:lnTo>
                  <a:lnTo>
                    <a:pt x="4690" y="448"/>
                  </a:lnTo>
                  <a:close/>
                  <a:moveTo>
                    <a:pt x="4690" y="9399"/>
                  </a:moveTo>
                  <a:lnTo>
                    <a:pt x="0" y="4691"/>
                  </a:lnTo>
                  <a:lnTo>
                    <a:pt x="4690" y="1"/>
                  </a:lnTo>
                  <a:lnTo>
                    <a:pt x="9399" y="469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74" name="Google Shape;2174;p75"/>
          <p:cNvGrpSpPr/>
          <p:nvPr/>
        </p:nvGrpSpPr>
        <p:grpSpPr>
          <a:xfrm flipH="1">
            <a:off x="6738226" y="2911751"/>
            <a:ext cx="3525470" cy="3410618"/>
            <a:chOff x="5440750" y="1669400"/>
            <a:chExt cx="971525" cy="939875"/>
          </a:xfrm>
        </p:grpSpPr>
        <p:sp>
          <p:nvSpPr>
            <p:cNvPr id="2175" name="Google Shape;2175;p75"/>
            <p:cNvSpPr/>
            <p:nvPr/>
          </p:nvSpPr>
          <p:spPr>
            <a:xfrm>
              <a:off x="5511025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98" y="31714"/>
                  </a:lnTo>
                  <a:lnTo>
                    <a:pt x="31731" y="16081"/>
                  </a:lnTo>
                  <a:lnTo>
                    <a:pt x="16098" y="429"/>
                  </a:lnTo>
                  <a:close/>
                  <a:moveTo>
                    <a:pt x="16098" y="32160"/>
                  </a:moveTo>
                  <a:lnTo>
                    <a:pt x="0" y="16081"/>
                  </a:lnTo>
                  <a:lnTo>
                    <a:pt x="16098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6" name="Google Shape;2176;p75"/>
            <p:cNvSpPr/>
            <p:nvPr/>
          </p:nvSpPr>
          <p:spPr>
            <a:xfrm>
              <a:off x="5487750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7" name="Google Shape;2177;p75"/>
            <p:cNvSpPr/>
            <p:nvPr/>
          </p:nvSpPr>
          <p:spPr>
            <a:xfrm>
              <a:off x="546447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29" y="16081"/>
                  </a:moveTo>
                  <a:lnTo>
                    <a:pt x="16081" y="31714"/>
                  </a:lnTo>
                  <a:lnTo>
                    <a:pt x="31714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8" name="Google Shape;2178;p75"/>
            <p:cNvSpPr/>
            <p:nvPr/>
          </p:nvSpPr>
          <p:spPr>
            <a:xfrm>
              <a:off x="544075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7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9" name="Google Shape;2179;p75"/>
            <p:cNvSpPr/>
            <p:nvPr/>
          </p:nvSpPr>
          <p:spPr>
            <a:xfrm>
              <a:off x="560780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1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0" name="Google Shape;2180;p75"/>
            <p:cNvSpPr/>
            <p:nvPr/>
          </p:nvSpPr>
          <p:spPr>
            <a:xfrm>
              <a:off x="558452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1" name="Google Shape;2181;p75"/>
            <p:cNvSpPr/>
            <p:nvPr/>
          </p:nvSpPr>
          <p:spPr>
            <a:xfrm>
              <a:off x="556127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28" y="16081"/>
                  </a:moveTo>
                  <a:lnTo>
                    <a:pt x="16080" y="31714"/>
                  </a:lnTo>
                  <a:lnTo>
                    <a:pt x="31713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5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2" name="Google Shape;2182;p75"/>
            <p:cNvSpPr/>
            <p:nvPr/>
          </p:nvSpPr>
          <p:spPr>
            <a:xfrm>
              <a:off x="553752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48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3" name="Google Shape;2183;p75"/>
            <p:cNvSpPr/>
            <p:nvPr/>
          </p:nvSpPr>
          <p:spPr>
            <a:xfrm>
              <a:off x="6167975" y="211840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4" name="Google Shape;2184;p75"/>
            <p:cNvSpPr/>
            <p:nvPr/>
          </p:nvSpPr>
          <p:spPr>
            <a:xfrm>
              <a:off x="6162400" y="2112825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6477" h="6477" extrusionOk="0">
                  <a:moveTo>
                    <a:pt x="428" y="3238"/>
                  </a:moveTo>
                  <a:lnTo>
                    <a:pt x="3238" y="6049"/>
                  </a:lnTo>
                  <a:lnTo>
                    <a:pt x="6030" y="3238"/>
                  </a:lnTo>
                  <a:lnTo>
                    <a:pt x="3238" y="447"/>
                  </a:lnTo>
                  <a:close/>
                  <a:moveTo>
                    <a:pt x="3238" y="6477"/>
                  </a:moveTo>
                  <a:lnTo>
                    <a:pt x="0" y="3238"/>
                  </a:lnTo>
                  <a:lnTo>
                    <a:pt x="3238" y="0"/>
                  </a:lnTo>
                  <a:lnTo>
                    <a:pt x="6477" y="323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5" name="Google Shape;2185;p75"/>
            <p:cNvSpPr/>
            <p:nvPr/>
          </p:nvSpPr>
          <p:spPr>
            <a:xfrm>
              <a:off x="6190775" y="2141200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674EA7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6" name="Google Shape;2186;p75"/>
            <p:cNvSpPr/>
            <p:nvPr/>
          </p:nvSpPr>
          <p:spPr>
            <a:xfrm>
              <a:off x="5774825" y="2299850"/>
              <a:ext cx="309425" cy="30942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7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87" name="Google Shape;2187;p75"/>
          <p:cNvGrpSpPr/>
          <p:nvPr/>
        </p:nvGrpSpPr>
        <p:grpSpPr>
          <a:xfrm rot="5400000">
            <a:off x="6875511" y="1422360"/>
            <a:ext cx="2695006" cy="2887947"/>
            <a:chOff x="5440750" y="1669400"/>
            <a:chExt cx="975815" cy="1045676"/>
          </a:xfrm>
        </p:grpSpPr>
        <p:sp>
          <p:nvSpPr>
            <p:cNvPr id="2188" name="Google Shape;2188;p75"/>
            <p:cNvSpPr/>
            <p:nvPr/>
          </p:nvSpPr>
          <p:spPr>
            <a:xfrm>
              <a:off x="5511025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98" y="31714"/>
                  </a:lnTo>
                  <a:lnTo>
                    <a:pt x="31731" y="16081"/>
                  </a:lnTo>
                  <a:lnTo>
                    <a:pt x="16098" y="429"/>
                  </a:lnTo>
                  <a:close/>
                  <a:moveTo>
                    <a:pt x="16098" y="32160"/>
                  </a:moveTo>
                  <a:lnTo>
                    <a:pt x="0" y="16081"/>
                  </a:lnTo>
                  <a:lnTo>
                    <a:pt x="16098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9" name="Google Shape;2189;p75"/>
            <p:cNvSpPr/>
            <p:nvPr/>
          </p:nvSpPr>
          <p:spPr>
            <a:xfrm>
              <a:off x="5487750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0" name="Google Shape;2190;p75"/>
            <p:cNvSpPr/>
            <p:nvPr/>
          </p:nvSpPr>
          <p:spPr>
            <a:xfrm>
              <a:off x="546447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29" y="16081"/>
                  </a:moveTo>
                  <a:lnTo>
                    <a:pt x="16081" y="31714"/>
                  </a:lnTo>
                  <a:lnTo>
                    <a:pt x="31714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1" name="Google Shape;2191;p75"/>
            <p:cNvSpPr/>
            <p:nvPr/>
          </p:nvSpPr>
          <p:spPr>
            <a:xfrm>
              <a:off x="544075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7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2" name="Google Shape;2192;p75"/>
            <p:cNvSpPr/>
            <p:nvPr/>
          </p:nvSpPr>
          <p:spPr>
            <a:xfrm>
              <a:off x="5607800" y="1669400"/>
              <a:ext cx="804475" cy="804025"/>
            </a:xfrm>
            <a:custGeom>
              <a:avLst/>
              <a:gdLst/>
              <a:ahLst/>
              <a:cxnLst/>
              <a:rect l="l" t="t" r="r" b="b"/>
              <a:pathLst>
                <a:path w="32179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1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78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3" name="Google Shape;2193;p75"/>
            <p:cNvSpPr/>
            <p:nvPr/>
          </p:nvSpPr>
          <p:spPr>
            <a:xfrm>
              <a:off x="558452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47" y="16081"/>
                  </a:moveTo>
                  <a:lnTo>
                    <a:pt x="16080" y="31714"/>
                  </a:lnTo>
                  <a:lnTo>
                    <a:pt x="31732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1" y="16081"/>
                  </a:lnTo>
                  <a:lnTo>
                    <a:pt x="16080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4" name="Google Shape;2194;p75"/>
            <p:cNvSpPr/>
            <p:nvPr/>
          </p:nvSpPr>
          <p:spPr>
            <a:xfrm>
              <a:off x="5561275" y="1669400"/>
              <a:ext cx="804000" cy="804025"/>
            </a:xfrm>
            <a:custGeom>
              <a:avLst/>
              <a:gdLst/>
              <a:ahLst/>
              <a:cxnLst/>
              <a:rect l="l" t="t" r="r" b="b"/>
              <a:pathLst>
                <a:path w="32160" h="32161" extrusionOk="0">
                  <a:moveTo>
                    <a:pt x="428" y="16081"/>
                  </a:moveTo>
                  <a:lnTo>
                    <a:pt x="16080" y="31714"/>
                  </a:lnTo>
                  <a:lnTo>
                    <a:pt x="31713" y="16081"/>
                  </a:lnTo>
                  <a:lnTo>
                    <a:pt x="16080" y="429"/>
                  </a:lnTo>
                  <a:close/>
                  <a:moveTo>
                    <a:pt x="16080" y="32160"/>
                  </a:moveTo>
                  <a:lnTo>
                    <a:pt x="0" y="16081"/>
                  </a:lnTo>
                  <a:lnTo>
                    <a:pt x="16080" y="1"/>
                  </a:lnTo>
                  <a:lnTo>
                    <a:pt x="32159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5" name="Google Shape;2195;p75"/>
            <p:cNvSpPr/>
            <p:nvPr/>
          </p:nvSpPr>
          <p:spPr>
            <a:xfrm>
              <a:off x="5537525" y="1669400"/>
              <a:ext cx="804025" cy="804025"/>
            </a:xfrm>
            <a:custGeom>
              <a:avLst/>
              <a:gdLst/>
              <a:ahLst/>
              <a:cxnLst/>
              <a:rect l="l" t="t" r="r" b="b"/>
              <a:pathLst>
                <a:path w="32161" h="32161" extrusionOk="0">
                  <a:moveTo>
                    <a:pt x="448" y="16081"/>
                  </a:moveTo>
                  <a:lnTo>
                    <a:pt x="16081" y="31714"/>
                  </a:lnTo>
                  <a:lnTo>
                    <a:pt x="31732" y="16081"/>
                  </a:lnTo>
                  <a:lnTo>
                    <a:pt x="16081" y="429"/>
                  </a:lnTo>
                  <a:close/>
                  <a:moveTo>
                    <a:pt x="16081" y="32160"/>
                  </a:moveTo>
                  <a:lnTo>
                    <a:pt x="1" y="16081"/>
                  </a:lnTo>
                  <a:lnTo>
                    <a:pt x="16081" y="1"/>
                  </a:lnTo>
                  <a:lnTo>
                    <a:pt x="32160" y="1608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6" name="Google Shape;2196;p75"/>
            <p:cNvSpPr/>
            <p:nvPr/>
          </p:nvSpPr>
          <p:spPr>
            <a:xfrm>
              <a:off x="6167975" y="2118400"/>
              <a:ext cx="150775" cy="151225"/>
            </a:xfrm>
            <a:custGeom>
              <a:avLst/>
              <a:gdLst/>
              <a:ahLst/>
              <a:cxnLst/>
              <a:rect l="l" t="t" r="r" b="b"/>
              <a:pathLst>
                <a:path w="6031" h="6049" extrusionOk="0">
                  <a:moveTo>
                    <a:pt x="3015" y="0"/>
                  </a:moveTo>
                  <a:lnTo>
                    <a:pt x="0" y="3015"/>
                  </a:lnTo>
                  <a:lnTo>
                    <a:pt x="3015" y="6049"/>
                  </a:lnTo>
                  <a:lnTo>
                    <a:pt x="6030" y="3015"/>
                  </a:lnTo>
                  <a:lnTo>
                    <a:pt x="3015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7" name="Google Shape;2197;p75"/>
            <p:cNvSpPr/>
            <p:nvPr/>
          </p:nvSpPr>
          <p:spPr>
            <a:xfrm>
              <a:off x="6162400" y="2112825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6477" h="6477" extrusionOk="0">
                  <a:moveTo>
                    <a:pt x="428" y="3238"/>
                  </a:moveTo>
                  <a:lnTo>
                    <a:pt x="3238" y="6049"/>
                  </a:lnTo>
                  <a:lnTo>
                    <a:pt x="6030" y="3238"/>
                  </a:lnTo>
                  <a:lnTo>
                    <a:pt x="3238" y="447"/>
                  </a:lnTo>
                  <a:close/>
                  <a:moveTo>
                    <a:pt x="3238" y="6477"/>
                  </a:moveTo>
                  <a:lnTo>
                    <a:pt x="0" y="3238"/>
                  </a:lnTo>
                  <a:lnTo>
                    <a:pt x="3238" y="0"/>
                  </a:lnTo>
                  <a:lnTo>
                    <a:pt x="6477" y="3238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8" name="Google Shape;2198;p75"/>
            <p:cNvSpPr/>
            <p:nvPr/>
          </p:nvSpPr>
          <p:spPr>
            <a:xfrm>
              <a:off x="6190775" y="2141200"/>
              <a:ext cx="105175" cy="105175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428" y="2103"/>
                  </a:moveTo>
                  <a:lnTo>
                    <a:pt x="2103" y="3778"/>
                  </a:lnTo>
                  <a:lnTo>
                    <a:pt x="3760" y="2103"/>
                  </a:lnTo>
                  <a:lnTo>
                    <a:pt x="2103" y="447"/>
                  </a:lnTo>
                  <a:close/>
                  <a:moveTo>
                    <a:pt x="2103" y="4206"/>
                  </a:moveTo>
                  <a:lnTo>
                    <a:pt x="0" y="2103"/>
                  </a:lnTo>
                  <a:lnTo>
                    <a:pt x="2103" y="0"/>
                  </a:lnTo>
                  <a:lnTo>
                    <a:pt x="4206" y="2103"/>
                  </a:lnTo>
                  <a:close/>
                </a:path>
              </a:pathLst>
            </a:custGeom>
            <a:gradFill>
              <a:gsLst>
                <a:gs pos="0">
                  <a:srgbClr val="4E29AA"/>
                </a:gs>
                <a:gs pos="100000">
                  <a:srgbClr val="674EA7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9" name="Google Shape;2199;p75"/>
            <p:cNvSpPr/>
            <p:nvPr/>
          </p:nvSpPr>
          <p:spPr>
            <a:xfrm>
              <a:off x="6107140" y="2405651"/>
              <a:ext cx="309425" cy="309425"/>
            </a:xfrm>
            <a:custGeom>
              <a:avLst/>
              <a:gdLst/>
              <a:ahLst/>
              <a:cxnLst/>
              <a:rect l="l" t="t" r="r" b="b"/>
              <a:pathLst>
                <a:path w="12377" h="12377" extrusionOk="0">
                  <a:moveTo>
                    <a:pt x="6179" y="1"/>
                  </a:moveTo>
                  <a:lnTo>
                    <a:pt x="0" y="6179"/>
                  </a:lnTo>
                  <a:lnTo>
                    <a:pt x="6179" y="12377"/>
                  </a:lnTo>
                  <a:lnTo>
                    <a:pt x="12377" y="6179"/>
                  </a:lnTo>
                  <a:lnTo>
                    <a:pt x="6179" y="1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2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1" name="Google Shape;2201;p76"/>
          <p:cNvGrpSpPr/>
          <p:nvPr/>
        </p:nvGrpSpPr>
        <p:grpSpPr>
          <a:xfrm rot="10800000" flipH="1">
            <a:off x="-1215840" y="503176"/>
            <a:ext cx="2872823" cy="2439739"/>
            <a:chOff x="4665875" y="2808650"/>
            <a:chExt cx="993850" cy="844025"/>
          </a:xfrm>
        </p:grpSpPr>
        <p:sp>
          <p:nvSpPr>
            <p:cNvPr id="2202" name="Google Shape;2202;p76"/>
            <p:cNvSpPr/>
            <p:nvPr/>
          </p:nvSpPr>
          <p:spPr>
            <a:xfrm>
              <a:off x="4837550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39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3" name="Google Shape;2203;p76"/>
            <p:cNvSpPr/>
            <p:nvPr/>
          </p:nvSpPr>
          <p:spPr>
            <a:xfrm>
              <a:off x="4813375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4" name="Google Shape;2204;p76"/>
            <p:cNvSpPr/>
            <p:nvPr/>
          </p:nvSpPr>
          <p:spPr>
            <a:xfrm>
              <a:off x="4789625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40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5" name="Google Shape;2205;p76"/>
            <p:cNvSpPr/>
            <p:nvPr/>
          </p:nvSpPr>
          <p:spPr>
            <a:xfrm>
              <a:off x="4765450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6" name="Google Shape;2206;p76"/>
            <p:cNvSpPr/>
            <p:nvPr/>
          </p:nvSpPr>
          <p:spPr>
            <a:xfrm>
              <a:off x="4665875" y="2808650"/>
              <a:ext cx="844500" cy="844025"/>
            </a:xfrm>
            <a:custGeom>
              <a:avLst/>
              <a:gdLst/>
              <a:ahLst/>
              <a:cxnLst/>
              <a:rect l="l" t="t" r="r" b="b"/>
              <a:pathLst>
                <a:path w="33780" h="33761" extrusionOk="0">
                  <a:moveTo>
                    <a:pt x="1322" y="16880"/>
                  </a:moveTo>
                  <a:lnTo>
                    <a:pt x="16899" y="32439"/>
                  </a:lnTo>
                  <a:lnTo>
                    <a:pt x="32458" y="16880"/>
                  </a:lnTo>
                  <a:lnTo>
                    <a:pt x="16899" y="1303"/>
                  </a:lnTo>
                  <a:close/>
                  <a:moveTo>
                    <a:pt x="16899" y="33760"/>
                  </a:moveTo>
                  <a:lnTo>
                    <a:pt x="1" y="16880"/>
                  </a:lnTo>
                  <a:lnTo>
                    <a:pt x="16899" y="0"/>
                  </a:lnTo>
                  <a:lnTo>
                    <a:pt x="33779" y="168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7" name="Google Shape;2207;p76"/>
            <p:cNvSpPr/>
            <p:nvPr/>
          </p:nvSpPr>
          <p:spPr>
            <a:xfrm>
              <a:off x="5047532" y="3035061"/>
              <a:ext cx="368975" cy="369000"/>
            </a:xfrm>
            <a:custGeom>
              <a:avLst/>
              <a:gdLst/>
              <a:ahLst/>
              <a:cxnLst/>
              <a:rect l="l" t="t" r="r" b="b"/>
              <a:pathLst>
                <a:path w="14759" h="14760" extrusionOk="0">
                  <a:moveTo>
                    <a:pt x="429" y="7371"/>
                  </a:moveTo>
                  <a:lnTo>
                    <a:pt x="7370" y="14331"/>
                  </a:lnTo>
                  <a:lnTo>
                    <a:pt x="14331" y="7371"/>
                  </a:lnTo>
                  <a:lnTo>
                    <a:pt x="7370" y="429"/>
                  </a:lnTo>
                  <a:close/>
                  <a:moveTo>
                    <a:pt x="7370" y="14759"/>
                  </a:moveTo>
                  <a:lnTo>
                    <a:pt x="1" y="7371"/>
                  </a:lnTo>
                  <a:lnTo>
                    <a:pt x="7370" y="1"/>
                  </a:lnTo>
                  <a:lnTo>
                    <a:pt x="14759" y="737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8" name="Google Shape;2208;p76"/>
            <p:cNvSpPr/>
            <p:nvPr/>
          </p:nvSpPr>
          <p:spPr>
            <a:xfrm>
              <a:off x="5114532" y="3102061"/>
              <a:ext cx="234975" cy="235000"/>
            </a:xfrm>
            <a:custGeom>
              <a:avLst/>
              <a:gdLst/>
              <a:ahLst/>
              <a:cxnLst/>
              <a:rect l="l" t="t" r="r" b="b"/>
              <a:pathLst>
                <a:path w="9399" h="9400" extrusionOk="0">
                  <a:moveTo>
                    <a:pt x="447" y="4691"/>
                  </a:moveTo>
                  <a:lnTo>
                    <a:pt x="4690" y="8953"/>
                  </a:lnTo>
                  <a:lnTo>
                    <a:pt x="8952" y="4691"/>
                  </a:lnTo>
                  <a:lnTo>
                    <a:pt x="4690" y="448"/>
                  </a:lnTo>
                  <a:close/>
                  <a:moveTo>
                    <a:pt x="4690" y="9399"/>
                  </a:moveTo>
                  <a:lnTo>
                    <a:pt x="0" y="4691"/>
                  </a:lnTo>
                  <a:lnTo>
                    <a:pt x="4690" y="1"/>
                  </a:lnTo>
                  <a:lnTo>
                    <a:pt x="9399" y="469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00FFFF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09" name="Google Shape;2209;p76"/>
          <p:cNvGrpSpPr/>
          <p:nvPr/>
        </p:nvGrpSpPr>
        <p:grpSpPr>
          <a:xfrm rot="10800000" flipH="1">
            <a:off x="-309809" y="2691848"/>
            <a:ext cx="2872292" cy="2378232"/>
            <a:chOff x="2210400" y="2558550"/>
            <a:chExt cx="971025" cy="804000"/>
          </a:xfrm>
        </p:grpSpPr>
        <p:sp>
          <p:nvSpPr>
            <p:cNvPr id="2210" name="Google Shape;2210;p76"/>
            <p:cNvSpPr/>
            <p:nvPr/>
          </p:nvSpPr>
          <p:spPr>
            <a:xfrm>
              <a:off x="228065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1" name="Google Shape;2211;p76"/>
            <p:cNvSpPr/>
            <p:nvPr/>
          </p:nvSpPr>
          <p:spPr>
            <a:xfrm>
              <a:off x="2256925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78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2" name="Google Shape;2212;p76"/>
            <p:cNvSpPr/>
            <p:nvPr/>
          </p:nvSpPr>
          <p:spPr>
            <a:xfrm>
              <a:off x="2233650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3" name="Google Shape;2213;p76"/>
            <p:cNvSpPr/>
            <p:nvPr/>
          </p:nvSpPr>
          <p:spPr>
            <a:xfrm>
              <a:off x="22104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4" name="Google Shape;2214;p76"/>
            <p:cNvSpPr/>
            <p:nvPr/>
          </p:nvSpPr>
          <p:spPr>
            <a:xfrm>
              <a:off x="2377425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28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5" name="Google Shape;2215;p76"/>
            <p:cNvSpPr/>
            <p:nvPr/>
          </p:nvSpPr>
          <p:spPr>
            <a:xfrm>
              <a:off x="2353700" y="2558550"/>
              <a:ext cx="804000" cy="804000"/>
            </a:xfrm>
            <a:custGeom>
              <a:avLst/>
              <a:gdLst/>
              <a:ahLst/>
              <a:cxnLst/>
              <a:rect l="l" t="t" r="r" b="b"/>
              <a:pathLst>
                <a:path w="32160" h="32160" extrusionOk="0">
                  <a:moveTo>
                    <a:pt x="447" y="16080"/>
                  </a:moveTo>
                  <a:lnTo>
                    <a:pt x="16080" y="31731"/>
                  </a:lnTo>
                  <a:lnTo>
                    <a:pt x="31732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0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6" name="Google Shape;2216;p76"/>
            <p:cNvSpPr/>
            <p:nvPr/>
          </p:nvSpPr>
          <p:spPr>
            <a:xfrm>
              <a:off x="2330425" y="2558550"/>
              <a:ext cx="804025" cy="804000"/>
            </a:xfrm>
            <a:custGeom>
              <a:avLst/>
              <a:gdLst/>
              <a:ahLst/>
              <a:cxnLst/>
              <a:rect l="l" t="t" r="r" b="b"/>
              <a:pathLst>
                <a:path w="32161" h="32160" extrusionOk="0">
                  <a:moveTo>
                    <a:pt x="429" y="16080"/>
                  </a:moveTo>
                  <a:lnTo>
                    <a:pt x="16080" y="31731"/>
                  </a:lnTo>
                  <a:lnTo>
                    <a:pt x="31713" y="16080"/>
                  </a:lnTo>
                  <a:lnTo>
                    <a:pt x="16080" y="428"/>
                  </a:lnTo>
                  <a:close/>
                  <a:moveTo>
                    <a:pt x="16080" y="32159"/>
                  </a:moveTo>
                  <a:lnTo>
                    <a:pt x="1" y="16080"/>
                  </a:lnTo>
                  <a:lnTo>
                    <a:pt x="16080" y="0"/>
                  </a:lnTo>
                  <a:lnTo>
                    <a:pt x="32160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7" name="Google Shape;2217;p76"/>
            <p:cNvSpPr/>
            <p:nvPr/>
          </p:nvSpPr>
          <p:spPr>
            <a:xfrm>
              <a:off x="2306700" y="2558550"/>
              <a:ext cx="804475" cy="804000"/>
            </a:xfrm>
            <a:custGeom>
              <a:avLst/>
              <a:gdLst/>
              <a:ahLst/>
              <a:cxnLst/>
              <a:rect l="l" t="t" r="r" b="b"/>
              <a:pathLst>
                <a:path w="32179" h="32160" extrusionOk="0">
                  <a:moveTo>
                    <a:pt x="447" y="16080"/>
                  </a:moveTo>
                  <a:lnTo>
                    <a:pt x="16099" y="31731"/>
                  </a:lnTo>
                  <a:lnTo>
                    <a:pt x="31732" y="16080"/>
                  </a:lnTo>
                  <a:lnTo>
                    <a:pt x="16099" y="428"/>
                  </a:lnTo>
                  <a:close/>
                  <a:moveTo>
                    <a:pt x="16099" y="32159"/>
                  </a:moveTo>
                  <a:lnTo>
                    <a:pt x="1" y="16080"/>
                  </a:lnTo>
                  <a:lnTo>
                    <a:pt x="16099" y="0"/>
                  </a:lnTo>
                  <a:lnTo>
                    <a:pt x="32179" y="16080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18" name="Google Shape;2218;p76"/>
          <p:cNvSpPr/>
          <p:nvPr/>
        </p:nvSpPr>
        <p:spPr>
          <a:xfrm rot="10800000" flipH="1">
            <a:off x="-94215" y="3081101"/>
            <a:ext cx="2441112" cy="2439739"/>
          </a:xfrm>
          <a:custGeom>
            <a:avLst/>
            <a:gdLst/>
            <a:ahLst/>
            <a:cxnLst/>
            <a:rect l="l" t="t" r="r" b="b"/>
            <a:pathLst>
              <a:path w="33780" h="33761" extrusionOk="0">
                <a:moveTo>
                  <a:pt x="1322" y="16880"/>
                </a:moveTo>
                <a:lnTo>
                  <a:pt x="16899" y="32439"/>
                </a:lnTo>
                <a:lnTo>
                  <a:pt x="32458" y="16880"/>
                </a:lnTo>
                <a:lnTo>
                  <a:pt x="16899" y="1303"/>
                </a:lnTo>
                <a:close/>
                <a:moveTo>
                  <a:pt x="16899" y="33760"/>
                </a:moveTo>
                <a:lnTo>
                  <a:pt x="1" y="16880"/>
                </a:lnTo>
                <a:lnTo>
                  <a:pt x="16899" y="0"/>
                </a:lnTo>
                <a:lnTo>
                  <a:pt x="33779" y="1688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rgbClr val="00FFFF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9" name="Google Shape;2219;p76"/>
          <p:cNvSpPr/>
          <p:nvPr/>
        </p:nvSpPr>
        <p:spPr>
          <a:xfrm>
            <a:off x="8316930" y="151129"/>
            <a:ext cx="823936" cy="823879"/>
          </a:xfrm>
          <a:custGeom>
            <a:avLst/>
            <a:gdLst/>
            <a:ahLst/>
            <a:cxnLst/>
            <a:rect l="l" t="t" r="r" b="b"/>
            <a:pathLst>
              <a:path w="14462" h="14461" extrusionOk="0">
                <a:moveTo>
                  <a:pt x="7222" y="0"/>
                </a:moveTo>
                <a:lnTo>
                  <a:pt x="1" y="7221"/>
                </a:lnTo>
                <a:lnTo>
                  <a:pt x="7222" y="14461"/>
                </a:lnTo>
                <a:lnTo>
                  <a:pt x="14461" y="7221"/>
                </a:lnTo>
                <a:lnTo>
                  <a:pt x="7222" y="0"/>
                </a:lnTo>
                <a:close/>
              </a:path>
            </a:pathLst>
          </a:custGeom>
          <a:gradFill>
            <a:gsLst>
              <a:gs pos="0">
                <a:srgbClr val="674EA7"/>
              </a:gs>
              <a:gs pos="100000">
                <a:srgbClr val="00FFFF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0" name="Google Shape;2220;p76"/>
          <p:cNvSpPr/>
          <p:nvPr/>
        </p:nvSpPr>
        <p:spPr>
          <a:xfrm flipH="1">
            <a:off x="7508346" y="-1174824"/>
            <a:ext cx="2441112" cy="2439739"/>
          </a:xfrm>
          <a:custGeom>
            <a:avLst/>
            <a:gdLst/>
            <a:ahLst/>
            <a:cxnLst/>
            <a:rect l="l" t="t" r="r" b="b"/>
            <a:pathLst>
              <a:path w="33780" h="33761" extrusionOk="0">
                <a:moveTo>
                  <a:pt x="1322" y="16880"/>
                </a:moveTo>
                <a:lnTo>
                  <a:pt x="16899" y="32439"/>
                </a:lnTo>
                <a:lnTo>
                  <a:pt x="32458" y="16880"/>
                </a:lnTo>
                <a:lnTo>
                  <a:pt x="16899" y="1303"/>
                </a:lnTo>
                <a:close/>
                <a:moveTo>
                  <a:pt x="16899" y="33760"/>
                </a:moveTo>
                <a:lnTo>
                  <a:pt x="1" y="16880"/>
                </a:lnTo>
                <a:lnTo>
                  <a:pt x="16899" y="0"/>
                </a:lnTo>
                <a:lnTo>
                  <a:pt x="33779" y="1688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rgbClr val="00FFFF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21" name="Google Shape;2221;p76"/>
          <p:cNvGrpSpPr/>
          <p:nvPr/>
        </p:nvGrpSpPr>
        <p:grpSpPr>
          <a:xfrm flipH="1">
            <a:off x="6947190" y="-119799"/>
            <a:ext cx="3563418" cy="3276021"/>
            <a:chOff x="4765450" y="2817950"/>
            <a:chExt cx="894275" cy="822150"/>
          </a:xfrm>
        </p:grpSpPr>
        <p:sp>
          <p:nvSpPr>
            <p:cNvPr id="2222" name="Google Shape;2222;p76"/>
            <p:cNvSpPr/>
            <p:nvPr/>
          </p:nvSpPr>
          <p:spPr>
            <a:xfrm>
              <a:off x="4837550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39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3" name="Google Shape;2223;p76"/>
            <p:cNvSpPr/>
            <p:nvPr/>
          </p:nvSpPr>
          <p:spPr>
            <a:xfrm>
              <a:off x="4813375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4" name="Google Shape;2224;p76"/>
            <p:cNvSpPr/>
            <p:nvPr/>
          </p:nvSpPr>
          <p:spPr>
            <a:xfrm>
              <a:off x="4789625" y="2817950"/>
              <a:ext cx="822175" cy="822150"/>
            </a:xfrm>
            <a:custGeom>
              <a:avLst/>
              <a:gdLst/>
              <a:ahLst/>
              <a:cxnLst/>
              <a:rect l="l" t="t" r="r" b="b"/>
              <a:pathLst>
                <a:path w="32887" h="32886" extrusionOk="0">
                  <a:moveTo>
                    <a:pt x="429" y="16452"/>
                  </a:moveTo>
                  <a:lnTo>
                    <a:pt x="16434" y="32458"/>
                  </a:lnTo>
                  <a:lnTo>
                    <a:pt x="32440" y="16452"/>
                  </a:lnTo>
                  <a:lnTo>
                    <a:pt x="16434" y="447"/>
                  </a:lnTo>
                  <a:close/>
                  <a:moveTo>
                    <a:pt x="16434" y="32886"/>
                  </a:moveTo>
                  <a:lnTo>
                    <a:pt x="1" y="16452"/>
                  </a:lnTo>
                  <a:lnTo>
                    <a:pt x="16434" y="1"/>
                  </a:lnTo>
                  <a:lnTo>
                    <a:pt x="32886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5" name="Google Shape;2225;p76"/>
            <p:cNvSpPr/>
            <p:nvPr/>
          </p:nvSpPr>
          <p:spPr>
            <a:xfrm>
              <a:off x="4765450" y="2817950"/>
              <a:ext cx="822150" cy="822150"/>
            </a:xfrm>
            <a:custGeom>
              <a:avLst/>
              <a:gdLst/>
              <a:ahLst/>
              <a:cxnLst/>
              <a:rect l="l" t="t" r="r" b="b"/>
              <a:pathLst>
                <a:path w="32886" h="32886" extrusionOk="0">
                  <a:moveTo>
                    <a:pt x="447" y="16452"/>
                  </a:moveTo>
                  <a:lnTo>
                    <a:pt x="16452" y="32458"/>
                  </a:lnTo>
                  <a:lnTo>
                    <a:pt x="32457" y="16452"/>
                  </a:lnTo>
                  <a:lnTo>
                    <a:pt x="16452" y="447"/>
                  </a:lnTo>
                  <a:close/>
                  <a:moveTo>
                    <a:pt x="16452" y="32886"/>
                  </a:moveTo>
                  <a:lnTo>
                    <a:pt x="0" y="16452"/>
                  </a:lnTo>
                  <a:lnTo>
                    <a:pt x="16452" y="1"/>
                  </a:lnTo>
                  <a:lnTo>
                    <a:pt x="32885" y="16452"/>
                  </a:lnTo>
                  <a:close/>
                </a:path>
              </a:pathLst>
            </a:custGeom>
            <a:gradFill>
              <a:gsLst>
                <a:gs pos="0">
                  <a:srgbClr val="674EA7"/>
                </a:gs>
                <a:gs pos="100000">
                  <a:srgbClr val="351C7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rgbClr val="4E29AA"/>
            </a:gs>
            <a:gs pos="100000">
              <a:srgbClr val="674EA7"/>
            </a:gs>
          </a:gsLst>
          <a:lin ang="16200038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2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sz="3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7" name="Google Shape;7;p42"/>
          <p:cNvSpPr txBox="1">
            <a:spLocks noGrp="1"/>
          </p:cNvSpPr>
          <p:nvPr>
            <p:ph type="body" idx="1"/>
          </p:nvPr>
        </p:nvSpPr>
        <p:spPr>
          <a:xfrm>
            <a:off x="713225" y="1246950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osis"/>
              <a:buChar char="●"/>
              <a:defRPr sz="18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○"/>
              <a:defRPr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■"/>
              <a:defRPr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●"/>
              <a:defRPr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○"/>
              <a:defRPr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■"/>
              <a:defRPr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●"/>
              <a:defRPr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○"/>
              <a:defRPr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■"/>
              <a:defRPr sz="1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80" r:id="rId8"/>
    <p:sldLayoutId id="2147483681" r:id="rId9"/>
    <p:sldLayoutId id="2147483682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EA4335"/>
          </p15:clr>
        </p15:guide>
        <p15:guide id="2" pos="449">
          <p15:clr>
            <a:srgbClr val="EA4335"/>
          </p15:clr>
        </p15:guide>
        <p15:guide id="3" pos="5311">
          <p15:clr>
            <a:srgbClr val="EA4335"/>
          </p15:clr>
        </p15:guide>
        <p15:guide id="4" orient="horz" pos="340">
          <p15:clr>
            <a:srgbClr val="EA4335"/>
          </p15:clr>
        </p15:guide>
        <p15:guide id="5" orient="horz" pos="290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4E29AA"/>
            </a:gs>
            <a:gs pos="100000">
              <a:srgbClr val="674EA7"/>
            </a:gs>
          </a:gsLst>
          <a:lin ang="16198662" scaled="0"/>
        </a:gradFill>
        <a:effectLst/>
      </p:bgPr>
    </p:bg>
    <p:spTree>
      <p:nvGrpSpPr>
        <p:cNvPr id="1" name="Shape 2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2230;p1"/>
          <p:cNvSpPr txBox="1">
            <a:spLocks noGrp="1"/>
          </p:cNvSpPr>
          <p:nvPr>
            <p:ph type="ctrTitle"/>
          </p:nvPr>
        </p:nvSpPr>
        <p:spPr>
          <a:xfrm>
            <a:off x="682500" y="614500"/>
            <a:ext cx="5200800" cy="30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fr-FR" sz="7200" b="1" noProof="0" dirty="0"/>
              <a:t>Project </a:t>
            </a:r>
            <a:r>
              <a:rPr lang="fr-FR" sz="7200" b="1" noProof="0" dirty="0" err="1"/>
              <a:t>Cipher</a:t>
            </a:r>
            <a:br>
              <a:rPr lang="fr-FR" sz="7200" b="1" noProof="0" dirty="0"/>
            </a:br>
            <a:r>
              <a:rPr lang="fr-FR" sz="2400" noProof="0" dirty="0"/>
              <a:t>Premier jeu AAA de UOI Games</a:t>
            </a:r>
            <a:endParaRPr lang="fr-FR" sz="4000" noProof="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1486F80-7528-D1F8-EB6C-A6E399F7B8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550" t="20409" r="19222" b="19182"/>
          <a:stretch>
            <a:fillRect/>
          </a:stretch>
        </p:blipFill>
        <p:spPr>
          <a:xfrm>
            <a:off x="2516889" y="3537504"/>
            <a:ext cx="1532021" cy="9914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6" name="Google Shape;2236;p2"/>
          <p:cNvSpPr txBox="1">
            <a:spLocks noGrp="1"/>
          </p:cNvSpPr>
          <p:nvPr>
            <p:ph type="title" idx="15"/>
          </p:nvPr>
        </p:nvSpPr>
        <p:spPr>
          <a:xfrm>
            <a:off x="713225" y="539500"/>
            <a:ext cx="7680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fr-FR" noProof="0" dirty="0">
                <a:latin typeface="Space Grotesk Light"/>
                <a:ea typeface="Space Grotesk Light"/>
                <a:cs typeface="Space Grotesk Light"/>
                <a:sym typeface="Space Grotesk Light"/>
              </a:rPr>
              <a:t>Sommaire</a:t>
            </a:r>
            <a:endParaRPr lang="fr-FR" b="1" noProof="0" dirty="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237" name="Google Shape;2237;p2"/>
          <p:cNvSpPr txBox="1">
            <a:spLocks noGrp="1"/>
          </p:cNvSpPr>
          <p:nvPr>
            <p:ph type="title"/>
          </p:nvPr>
        </p:nvSpPr>
        <p:spPr>
          <a:xfrm>
            <a:off x="1506523" y="1651928"/>
            <a:ext cx="25743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fr-FR" sz="1600" noProof="0" dirty="0"/>
              <a:t>Le contexte</a:t>
            </a:r>
          </a:p>
        </p:txBody>
      </p:sp>
      <p:sp>
        <p:nvSpPr>
          <p:cNvPr id="2238" name="Google Shape;2238;p2"/>
          <p:cNvSpPr txBox="1">
            <a:spLocks noGrp="1"/>
          </p:cNvSpPr>
          <p:nvPr>
            <p:ph type="title" idx="2"/>
          </p:nvPr>
        </p:nvSpPr>
        <p:spPr>
          <a:xfrm>
            <a:off x="730301" y="1711675"/>
            <a:ext cx="7761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fr-FR" noProof="0" dirty="0"/>
              <a:t>01</a:t>
            </a:r>
          </a:p>
        </p:txBody>
      </p:sp>
      <p:sp>
        <p:nvSpPr>
          <p:cNvPr id="2239" name="Google Shape;2239;p2"/>
          <p:cNvSpPr txBox="1">
            <a:spLocks noGrp="1"/>
          </p:cNvSpPr>
          <p:nvPr>
            <p:ph type="title" idx="3"/>
          </p:nvPr>
        </p:nvSpPr>
        <p:spPr>
          <a:xfrm>
            <a:off x="1506401" y="2571751"/>
            <a:ext cx="2684094" cy="716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fr-FR" sz="1600" noProof="0" dirty="0"/>
              <a:t>Analyses des tendances actuelles</a:t>
            </a:r>
          </a:p>
        </p:txBody>
      </p:sp>
      <p:sp>
        <p:nvSpPr>
          <p:cNvPr id="2240" name="Google Shape;2240;p2"/>
          <p:cNvSpPr txBox="1">
            <a:spLocks noGrp="1"/>
          </p:cNvSpPr>
          <p:nvPr>
            <p:ph type="title" idx="4"/>
          </p:nvPr>
        </p:nvSpPr>
        <p:spPr>
          <a:xfrm>
            <a:off x="730469" y="2725599"/>
            <a:ext cx="7761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fr-FR" noProof="0" dirty="0"/>
              <a:t>03</a:t>
            </a:r>
          </a:p>
        </p:txBody>
      </p:sp>
      <p:sp>
        <p:nvSpPr>
          <p:cNvPr id="2241" name="Google Shape;2241;p2"/>
          <p:cNvSpPr txBox="1">
            <a:spLocks noGrp="1"/>
          </p:cNvSpPr>
          <p:nvPr>
            <p:ph type="title" idx="6"/>
          </p:nvPr>
        </p:nvSpPr>
        <p:spPr>
          <a:xfrm>
            <a:off x="5058350" y="1648503"/>
            <a:ext cx="25743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fr-FR" sz="1600" noProof="0" dirty="0"/>
              <a:t>La matrice SWOT</a:t>
            </a:r>
          </a:p>
        </p:txBody>
      </p:sp>
      <p:sp>
        <p:nvSpPr>
          <p:cNvPr id="2242" name="Google Shape;2242;p2"/>
          <p:cNvSpPr txBox="1">
            <a:spLocks noGrp="1"/>
          </p:cNvSpPr>
          <p:nvPr>
            <p:ph type="title" idx="7"/>
          </p:nvPr>
        </p:nvSpPr>
        <p:spPr>
          <a:xfrm>
            <a:off x="4281950" y="1711675"/>
            <a:ext cx="7764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fr-FR" noProof="0" dirty="0"/>
              <a:t>02</a:t>
            </a:r>
          </a:p>
        </p:txBody>
      </p:sp>
      <p:sp>
        <p:nvSpPr>
          <p:cNvPr id="2243" name="Google Shape;2243;p2"/>
          <p:cNvSpPr txBox="1">
            <a:spLocks noGrp="1"/>
          </p:cNvSpPr>
          <p:nvPr>
            <p:ph type="title" idx="13"/>
          </p:nvPr>
        </p:nvSpPr>
        <p:spPr>
          <a:xfrm>
            <a:off x="5058350" y="2640612"/>
            <a:ext cx="2574300" cy="6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fr-FR" sz="1600" noProof="0" dirty="0"/>
              <a:t>Les futures tendances et perspectives</a:t>
            </a:r>
          </a:p>
        </p:txBody>
      </p:sp>
      <p:sp>
        <p:nvSpPr>
          <p:cNvPr id="2244" name="Google Shape;2244;p2"/>
          <p:cNvSpPr txBox="1">
            <a:spLocks noGrp="1"/>
          </p:cNvSpPr>
          <p:nvPr>
            <p:ph type="title" idx="9"/>
          </p:nvPr>
        </p:nvSpPr>
        <p:spPr>
          <a:xfrm>
            <a:off x="4282125" y="2725599"/>
            <a:ext cx="7764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fr-FR" noProof="0" dirty="0"/>
              <a:t>04</a:t>
            </a:r>
          </a:p>
        </p:txBody>
      </p:sp>
      <p:sp>
        <p:nvSpPr>
          <p:cNvPr id="2245" name="Google Shape;2245;p2"/>
          <p:cNvSpPr txBox="1"/>
          <p:nvPr/>
        </p:nvSpPr>
        <p:spPr>
          <a:xfrm>
            <a:off x="1506401" y="3827875"/>
            <a:ext cx="2684094" cy="388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</a:pPr>
            <a:r>
              <a:rPr lang="fr-FR" sz="1600" b="0" i="0" u="none" strike="noStrike" cap="none" noProof="0" dirty="0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Analyses des segments</a:t>
            </a:r>
            <a:endParaRPr lang="fr-FR" noProof="0" dirty="0"/>
          </a:p>
        </p:txBody>
      </p:sp>
      <p:sp>
        <p:nvSpPr>
          <p:cNvPr id="2246" name="Google Shape;2246;p2"/>
          <p:cNvSpPr txBox="1"/>
          <p:nvPr/>
        </p:nvSpPr>
        <p:spPr>
          <a:xfrm>
            <a:off x="730469" y="3739523"/>
            <a:ext cx="7761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</a:pPr>
            <a:r>
              <a:rPr lang="fr-FR" sz="3300" b="1" i="0" u="none" strike="noStrike" cap="none" noProof="0" dirty="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05</a:t>
            </a:r>
            <a:endParaRPr lang="fr-FR" noProof="0" dirty="0"/>
          </a:p>
        </p:txBody>
      </p:sp>
      <p:sp>
        <p:nvSpPr>
          <p:cNvPr id="2247" name="Google Shape;2247;p2"/>
          <p:cNvSpPr txBox="1"/>
          <p:nvPr/>
        </p:nvSpPr>
        <p:spPr>
          <a:xfrm>
            <a:off x="5058350" y="3695220"/>
            <a:ext cx="2574300" cy="653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</a:pPr>
            <a:r>
              <a:rPr lang="fr-FR" sz="1600" b="0" i="0" u="none" strike="noStrike" cap="none" noProof="0" dirty="0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Recommandations stratégiques</a:t>
            </a:r>
            <a:endParaRPr lang="fr-FR" noProof="0" dirty="0"/>
          </a:p>
        </p:txBody>
      </p:sp>
      <p:sp>
        <p:nvSpPr>
          <p:cNvPr id="2248" name="Google Shape;2248;p2"/>
          <p:cNvSpPr txBox="1"/>
          <p:nvPr/>
        </p:nvSpPr>
        <p:spPr>
          <a:xfrm>
            <a:off x="4282125" y="3739523"/>
            <a:ext cx="7764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</a:pPr>
            <a:r>
              <a:rPr lang="fr-FR" sz="3300" b="1" i="0" u="none" strike="noStrike" cap="none" noProof="0" dirty="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06</a:t>
            </a:r>
            <a:endParaRPr lang="fr-FR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9" name="Google Shape;2259;p4"/>
          <p:cNvSpPr txBox="1">
            <a:spLocks noGrp="1"/>
          </p:cNvSpPr>
          <p:nvPr>
            <p:ph type="title"/>
          </p:nvPr>
        </p:nvSpPr>
        <p:spPr>
          <a:xfrm>
            <a:off x="5449425" y="1593575"/>
            <a:ext cx="2998800" cy="14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fr-FR" noProof="0" dirty="0"/>
              <a:t>Le contexte</a:t>
            </a:r>
          </a:p>
        </p:txBody>
      </p:sp>
      <p:sp>
        <p:nvSpPr>
          <p:cNvPr id="2260" name="Google Shape;2260;p4"/>
          <p:cNvSpPr txBox="1">
            <a:spLocks noGrp="1"/>
          </p:cNvSpPr>
          <p:nvPr>
            <p:ph type="title" idx="2"/>
          </p:nvPr>
        </p:nvSpPr>
        <p:spPr>
          <a:xfrm>
            <a:off x="3377825" y="1593575"/>
            <a:ext cx="2015700" cy="1402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fr-FR" sz="10000" noProof="0" dirty="0"/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5" name="Google Shape;2265;p5"/>
          <p:cNvSpPr txBox="1">
            <a:spLocks noGrp="1"/>
          </p:cNvSpPr>
          <p:nvPr>
            <p:ph type="title"/>
          </p:nvPr>
        </p:nvSpPr>
        <p:spPr>
          <a:xfrm>
            <a:off x="732275" y="1210763"/>
            <a:ext cx="5067900" cy="858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b="1" noProof="0" dirty="0">
                <a:latin typeface="Montserrat"/>
                <a:ea typeface="Montserrat"/>
                <a:cs typeface="Montserrat"/>
                <a:sym typeface="Montserrat"/>
              </a:rPr>
              <a:t>Jeux vidéos AAA</a:t>
            </a:r>
            <a:endParaRPr lang="fr-FR" noProof="0" dirty="0"/>
          </a:p>
        </p:txBody>
      </p:sp>
      <p:sp>
        <p:nvSpPr>
          <p:cNvPr id="2266" name="Google Shape;2266;p5"/>
          <p:cNvSpPr txBox="1">
            <a:spLocks noGrp="1"/>
          </p:cNvSpPr>
          <p:nvPr>
            <p:ph type="subTitle" idx="1"/>
          </p:nvPr>
        </p:nvSpPr>
        <p:spPr>
          <a:xfrm>
            <a:off x="713225" y="2567813"/>
            <a:ext cx="5106000" cy="14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 panose="020B0604020202020204" pitchFamily="34" charset="0"/>
              <a:buChar char="•"/>
            </a:pPr>
            <a:r>
              <a:rPr lang="fr-FR" noProof="0" dirty="0"/>
              <a:t>Secteur culturel parmi les plus dynamiques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 panose="020B0604020202020204" pitchFamily="34" charset="0"/>
              <a:buChar char="•"/>
            </a:pPr>
            <a:r>
              <a:rPr lang="fr-FR" noProof="0" dirty="0"/>
              <a:t>Investissements élevés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 panose="020B0604020202020204" pitchFamily="34" charset="0"/>
              <a:buChar char="•"/>
            </a:pPr>
            <a:r>
              <a:rPr lang="fr-FR" noProof="0" dirty="0"/>
              <a:t>Cycles de production longs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 panose="020B0604020202020204" pitchFamily="34" charset="0"/>
              <a:buChar char="•"/>
            </a:pPr>
            <a:r>
              <a:rPr lang="fr-FR" noProof="0" dirty="0"/>
              <a:t>Forte concurrence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 panose="020B0604020202020204" pitchFamily="34" charset="0"/>
              <a:buChar char="•"/>
            </a:pPr>
            <a:endParaRPr lang="fr-FR" noProof="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</a:pPr>
            <a:r>
              <a:rPr lang="fr-FR" i="1" noProof="0" dirty="0"/>
              <a:t>Volonté pour UOI Games de trouver une opportunité réaliste et différenciante</a:t>
            </a:r>
          </a:p>
        </p:txBody>
      </p:sp>
      <p:sp>
        <p:nvSpPr>
          <p:cNvPr id="2" name="Flèche : droite 1">
            <a:extLst>
              <a:ext uri="{FF2B5EF4-FFF2-40B4-BE49-F238E27FC236}">
                <a16:creationId xmlns:a16="http://schemas.microsoft.com/office/drawing/2014/main" id="{48EB29FA-59EC-EAE4-6C62-D9B8939C9822}"/>
              </a:ext>
            </a:extLst>
          </p:cNvPr>
          <p:cNvSpPr/>
          <p:nvPr/>
        </p:nvSpPr>
        <p:spPr>
          <a:xfrm>
            <a:off x="234970" y="4090736"/>
            <a:ext cx="505326" cy="19250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1" name="Google Shape;2271;p6"/>
          <p:cNvSpPr txBox="1">
            <a:spLocks noGrp="1"/>
          </p:cNvSpPr>
          <p:nvPr>
            <p:ph type="title"/>
          </p:nvPr>
        </p:nvSpPr>
        <p:spPr>
          <a:xfrm>
            <a:off x="5449425" y="1593575"/>
            <a:ext cx="2998800" cy="14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fr-FR" noProof="0" dirty="0"/>
              <a:t>La matrice SWOT</a:t>
            </a:r>
          </a:p>
        </p:txBody>
      </p:sp>
      <p:sp>
        <p:nvSpPr>
          <p:cNvPr id="2272" name="Google Shape;2272;p6"/>
          <p:cNvSpPr txBox="1">
            <a:spLocks noGrp="1"/>
          </p:cNvSpPr>
          <p:nvPr>
            <p:ph type="title" idx="2"/>
          </p:nvPr>
        </p:nvSpPr>
        <p:spPr>
          <a:xfrm>
            <a:off x="3377825" y="1593575"/>
            <a:ext cx="2015700" cy="1402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fr-FR" sz="10000" noProof="0" dirty="0"/>
              <a:t>02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7" name="Google Shape;2277;p7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fr-FR" noProof="0" dirty="0"/>
              <a:t>Matrice SWOT</a:t>
            </a:r>
            <a:endParaRPr lang="fr-FR" b="1" noProof="0" dirty="0"/>
          </a:p>
        </p:txBody>
      </p:sp>
      <p:sp>
        <p:nvSpPr>
          <p:cNvPr id="2278" name="Google Shape;2278;p7"/>
          <p:cNvSpPr/>
          <p:nvPr/>
        </p:nvSpPr>
        <p:spPr>
          <a:xfrm>
            <a:off x="1120348" y="1174861"/>
            <a:ext cx="3398269" cy="1669059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1" i="0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Forces</a:t>
            </a:r>
            <a:r>
              <a:rPr lang="fr-FR" sz="1400" b="0" i="0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fr-FR" noProof="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i="1" noProof="0" dirty="0">
                <a:solidFill>
                  <a:schemeClr val="lt1"/>
                </a:solidFill>
              </a:rPr>
              <a:t>Marché large et diversifié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i="1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Importance du gameplay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i="1" noProof="0" dirty="0">
                <a:solidFill>
                  <a:schemeClr val="lt1"/>
                </a:solidFill>
              </a:rPr>
              <a:t>Intérêt pour la narration et l’immersion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i="1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Pratique du jeu en solo mais aussi en interaction sociale</a:t>
            </a:r>
            <a:endParaRPr lang="fr-FR" sz="1400" b="0" i="0" u="none" strike="noStrike" cap="none" noProof="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9" name="Google Shape;2279;p7"/>
          <p:cNvSpPr/>
          <p:nvPr/>
        </p:nvSpPr>
        <p:spPr>
          <a:xfrm>
            <a:off x="4518617" y="1178998"/>
            <a:ext cx="3480976" cy="1664922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1" i="0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Faiblesses</a:t>
            </a:r>
            <a:endParaRPr lang="fr-FR" b="1" noProof="0" dirty="0"/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i="1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Manque de temps des joueurs</a:t>
            </a: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i="1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Complexité croissante des jeu</a:t>
            </a:r>
            <a:r>
              <a:rPr lang="fr-FR" sz="1400" b="0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lang="fr-FR" sz="1400" b="0" i="1" u="none" strike="noStrike" cap="none" noProof="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i="1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Lassitude face aux AAA répétitifs</a:t>
            </a: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i="1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Rejets des modèles </a:t>
            </a:r>
            <a:r>
              <a:rPr lang="fr-FR" sz="1400" b="0" i="1" u="none" strike="noStrike" cap="none" noProof="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pay</a:t>
            </a:r>
            <a:r>
              <a:rPr lang="fr-FR" sz="1400" b="0" i="1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-to-</a:t>
            </a:r>
            <a:r>
              <a:rPr lang="fr-FR" sz="1400" b="0" i="1" u="none" strike="noStrike" cap="none" noProof="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win</a:t>
            </a:r>
            <a:endParaRPr lang="fr-FR" sz="1400" b="0" i="1" u="none" strike="noStrike" cap="none" noProof="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0" name="Google Shape;2280;p7"/>
          <p:cNvSpPr/>
          <p:nvPr/>
        </p:nvSpPr>
        <p:spPr>
          <a:xfrm>
            <a:off x="1120345" y="2843920"/>
            <a:ext cx="3398272" cy="2074396"/>
          </a:xfrm>
          <a:prstGeom prst="roundRect">
            <a:avLst>
              <a:gd name="adj" fmla="val 16667"/>
            </a:avLst>
          </a:prstGeom>
          <a:solidFill>
            <a:srgbClr val="A288E2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1" i="0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Opportunités</a:t>
            </a:r>
            <a:endParaRPr lang="fr-FR" b="1" noProof="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i="1" noProof="0" dirty="0">
                <a:solidFill>
                  <a:schemeClr val="lt1"/>
                </a:solidFill>
              </a:rPr>
              <a:t>Attente de renouvellement et d’innovation</a:t>
            </a:r>
            <a:endParaRPr lang="fr-FR" sz="1400" b="0" i="1" u="none" strike="noStrike" cap="none" noProof="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i="1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Intérêt pour les expériences narratives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i="1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Développement du multi non compétitif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i="1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Croissance du cross-platform et du mobile</a:t>
            </a:r>
          </a:p>
        </p:txBody>
      </p:sp>
      <p:sp>
        <p:nvSpPr>
          <p:cNvPr id="2281" name="Google Shape;2281;p7"/>
          <p:cNvSpPr/>
          <p:nvPr/>
        </p:nvSpPr>
        <p:spPr>
          <a:xfrm>
            <a:off x="4518616" y="2843920"/>
            <a:ext cx="3505033" cy="2074396"/>
          </a:xfrm>
          <a:prstGeom prst="roundRect">
            <a:avLst>
              <a:gd name="adj" fmla="val 16667"/>
            </a:avLst>
          </a:prstGeom>
          <a:solidFill>
            <a:srgbClr val="C1B6DC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1" i="0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Menaces</a:t>
            </a:r>
            <a:endParaRPr lang="fr-FR" b="1" noProof="0" dirty="0"/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i="1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Domination des grandes licences</a:t>
            </a: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i="1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Saturation du marché</a:t>
            </a: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i="1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Attentes élevées des joueurs</a:t>
            </a: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i="1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Forte concurrence (AAA et jeux indépendants)</a:t>
            </a: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1400" b="0" i="1" u="none" strike="noStrike" cap="none" noProof="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2" name="Google Shape;2282;p7"/>
          <p:cNvSpPr/>
          <p:nvPr/>
        </p:nvSpPr>
        <p:spPr>
          <a:xfrm>
            <a:off x="3957318" y="2286757"/>
            <a:ext cx="1122597" cy="1122597"/>
          </a:xfrm>
          <a:prstGeom prst="ellipse">
            <a:avLst/>
          </a:prstGeom>
          <a:solidFill>
            <a:srgbClr val="271457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1400" b="0" i="0" u="none" strike="noStrike" cap="none" noProof="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3" name="Google Shape;2283;p7"/>
          <p:cNvSpPr/>
          <p:nvPr/>
        </p:nvSpPr>
        <p:spPr>
          <a:xfrm>
            <a:off x="4322928" y="2663409"/>
            <a:ext cx="361102" cy="361022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1400" b="0" i="0" u="none" strike="noStrike" cap="none" noProof="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4" name="Google Shape;2284;p7"/>
          <p:cNvSpPr txBox="1"/>
          <p:nvPr/>
        </p:nvSpPr>
        <p:spPr>
          <a:xfrm>
            <a:off x="4083534" y="2353555"/>
            <a:ext cx="51778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0" i="0" u="none" strike="noStrike" cap="none" noProof="0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lang="fr-FR" noProof="0" dirty="0"/>
          </a:p>
        </p:txBody>
      </p:sp>
      <p:sp>
        <p:nvSpPr>
          <p:cNvPr id="2285" name="Google Shape;2285;p7"/>
          <p:cNvSpPr txBox="1"/>
          <p:nvPr/>
        </p:nvSpPr>
        <p:spPr>
          <a:xfrm>
            <a:off x="4536563" y="2371695"/>
            <a:ext cx="51778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0" i="0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endParaRPr lang="fr-FR" noProof="0" dirty="0"/>
          </a:p>
        </p:txBody>
      </p:sp>
      <p:sp>
        <p:nvSpPr>
          <p:cNvPr id="2286" name="Google Shape;2286;p7"/>
          <p:cNvSpPr txBox="1"/>
          <p:nvPr/>
        </p:nvSpPr>
        <p:spPr>
          <a:xfrm>
            <a:off x="4074813" y="2910718"/>
            <a:ext cx="51778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0" i="0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 lang="fr-FR" noProof="0" dirty="0"/>
          </a:p>
        </p:txBody>
      </p:sp>
      <p:sp>
        <p:nvSpPr>
          <p:cNvPr id="2287" name="Google Shape;2287;p7"/>
          <p:cNvSpPr txBox="1"/>
          <p:nvPr/>
        </p:nvSpPr>
        <p:spPr>
          <a:xfrm>
            <a:off x="4592602" y="2910718"/>
            <a:ext cx="51778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0" i="0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lang="fr-FR" noProof="0" dirty="0"/>
          </a:p>
        </p:txBody>
      </p:sp>
      <p:cxnSp>
        <p:nvCxnSpPr>
          <p:cNvPr id="2288" name="Google Shape;2288;p7"/>
          <p:cNvCxnSpPr>
            <a:stCxn id="2282" idx="2"/>
            <a:endCxn id="2282" idx="6"/>
          </p:cNvCxnSpPr>
          <p:nvPr/>
        </p:nvCxnSpPr>
        <p:spPr>
          <a:xfrm>
            <a:off x="3957318" y="2848056"/>
            <a:ext cx="1122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89" name="Google Shape;2289;p7"/>
          <p:cNvCxnSpPr>
            <a:stCxn id="2282" idx="4"/>
            <a:endCxn id="2282" idx="0"/>
          </p:cNvCxnSpPr>
          <p:nvPr/>
        </p:nvCxnSpPr>
        <p:spPr>
          <a:xfrm rot="10800000">
            <a:off x="4518617" y="2286754"/>
            <a:ext cx="0" cy="1122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8"/>
          <p:cNvSpPr/>
          <p:nvPr/>
        </p:nvSpPr>
        <p:spPr>
          <a:xfrm>
            <a:off x="3347125" y="1697825"/>
            <a:ext cx="2468400" cy="22971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fr-FR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5" name="Google Shape;2295;p8"/>
          <p:cNvSpPr txBox="1">
            <a:spLocks noGrp="1"/>
          </p:cNvSpPr>
          <p:nvPr>
            <p:ph type="subTitle" idx="5"/>
          </p:nvPr>
        </p:nvSpPr>
        <p:spPr>
          <a:xfrm>
            <a:off x="883176" y="4020638"/>
            <a:ext cx="2168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fr-FR" i="1" noProof="0" dirty="0"/>
              <a:t>Sensibilité croissante à l’impact écologique du numérique</a:t>
            </a:r>
          </a:p>
        </p:txBody>
      </p:sp>
      <p:sp>
        <p:nvSpPr>
          <p:cNvPr id="2296" name="Google Shape;2296;p8"/>
          <p:cNvSpPr txBox="1">
            <a:spLocks noGrp="1"/>
          </p:cNvSpPr>
          <p:nvPr>
            <p:ph type="title" idx="4"/>
          </p:nvPr>
        </p:nvSpPr>
        <p:spPr>
          <a:xfrm>
            <a:off x="883176" y="3577196"/>
            <a:ext cx="2168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fr-FR" noProof="0" dirty="0"/>
              <a:t>Environnemental</a:t>
            </a:r>
          </a:p>
        </p:txBody>
      </p:sp>
      <p:sp>
        <p:nvSpPr>
          <p:cNvPr id="2297" name="Google Shape;2297;p8"/>
          <p:cNvSpPr txBox="1">
            <a:spLocks noGrp="1"/>
          </p:cNvSpPr>
          <p:nvPr>
            <p:ph type="title" idx="2"/>
          </p:nvPr>
        </p:nvSpPr>
        <p:spPr>
          <a:xfrm>
            <a:off x="883201" y="2445568"/>
            <a:ext cx="2168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fr-FR" noProof="0" dirty="0"/>
              <a:t>Social</a:t>
            </a:r>
          </a:p>
        </p:txBody>
      </p:sp>
      <p:sp>
        <p:nvSpPr>
          <p:cNvPr id="2298" name="Google Shape;2298;p8"/>
          <p:cNvSpPr txBox="1">
            <a:spLocks noGrp="1"/>
          </p:cNvSpPr>
          <p:nvPr>
            <p:ph type="subTitle" idx="3"/>
          </p:nvPr>
        </p:nvSpPr>
        <p:spPr>
          <a:xfrm>
            <a:off x="88232" y="2884841"/>
            <a:ext cx="2963069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i="1" noProof="0" dirty="0"/>
              <a:t>Joueurs de plus en plus diversifiés</a:t>
            </a: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i="1" noProof="0" dirty="0"/>
              <a:t>Recherche de narration et d’immersion</a:t>
            </a: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i="1" noProof="0" dirty="0"/>
              <a:t>Manque de temps</a:t>
            </a:r>
          </a:p>
        </p:txBody>
      </p:sp>
      <p:sp>
        <p:nvSpPr>
          <p:cNvPr id="2299" name="Google Shape;2299;p8"/>
          <p:cNvSpPr txBox="1">
            <a:spLocks noGrp="1"/>
          </p:cNvSpPr>
          <p:nvPr>
            <p:ph type="subTitle" idx="1"/>
          </p:nvPr>
        </p:nvSpPr>
        <p:spPr>
          <a:xfrm>
            <a:off x="88232" y="1731875"/>
            <a:ext cx="2963069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i="1" noProof="0" dirty="0"/>
              <a:t>Règlementation des données (RGPD)</a:t>
            </a: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i="1" noProof="0" dirty="0"/>
              <a:t>Contraintes liées à la géolocalisation</a:t>
            </a:r>
          </a:p>
        </p:txBody>
      </p:sp>
      <p:sp>
        <p:nvSpPr>
          <p:cNvPr id="2300" name="Google Shape;2300;p8"/>
          <p:cNvSpPr txBox="1">
            <a:spLocks noGrp="1"/>
          </p:cNvSpPr>
          <p:nvPr>
            <p:ph type="title"/>
          </p:nvPr>
        </p:nvSpPr>
        <p:spPr>
          <a:xfrm>
            <a:off x="883200" y="1287888"/>
            <a:ext cx="2168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fr-FR" noProof="0" dirty="0"/>
              <a:t>Politique</a:t>
            </a:r>
          </a:p>
        </p:txBody>
      </p:sp>
      <p:sp>
        <p:nvSpPr>
          <p:cNvPr id="2301" name="Google Shape;2301;p8"/>
          <p:cNvSpPr txBox="1">
            <a:spLocks noGrp="1"/>
          </p:cNvSpPr>
          <p:nvPr>
            <p:ph type="title" idx="6"/>
          </p:nvPr>
        </p:nvSpPr>
        <p:spPr>
          <a:xfrm>
            <a:off x="713225" y="539500"/>
            <a:ext cx="7717500" cy="5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noProof="0" dirty="0">
                <a:latin typeface="Space Grotesk"/>
                <a:ea typeface="Space Grotesk"/>
                <a:cs typeface="Space Grotesk"/>
                <a:sym typeface="Space Grotesk"/>
              </a:rPr>
              <a:t>Business Plan</a:t>
            </a:r>
            <a:endParaRPr lang="fr-FR" b="1" noProof="0" dirty="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302" name="Google Shape;2302;p8"/>
          <p:cNvSpPr txBox="1"/>
          <p:nvPr/>
        </p:nvSpPr>
        <p:spPr>
          <a:xfrm>
            <a:off x="3108700" y="1468213"/>
            <a:ext cx="4875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fr-FR" sz="3300" b="0" i="0" u="none" strike="noStrike" cap="none" noProof="0" dirty="0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P</a:t>
            </a:r>
          </a:p>
        </p:txBody>
      </p:sp>
      <p:sp>
        <p:nvSpPr>
          <p:cNvPr id="2303" name="Google Shape;2303;p8"/>
          <p:cNvSpPr txBox="1"/>
          <p:nvPr/>
        </p:nvSpPr>
        <p:spPr>
          <a:xfrm>
            <a:off x="5537300" y="1468213"/>
            <a:ext cx="4875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fr-FR" sz="3300" b="0" i="0" u="none" strike="noStrike" cap="none" noProof="0" dirty="0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E</a:t>
            </a:r>
          </a:p>
        </p:txBody>
      </p:sp>
      <p:sp>
        <p:nvSpPr>
          <p:cNvPr id="2304" name="Google Shape;2304;p8"/>
          <p:cNvSpPr txBox="1"/>
          <p:nvPr/>
        </p:nvSpPr>
        <p:spPr>
          <a:xfrm>
            <a:off x="3111638" y="2598363"/>
            <a:ext cx="4875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fr-FR" sz="3300" b="0" i="0" u="none" strike="noStrike" cap="none" noProof="0" dirty="0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S</a:t>
            </a:r>
          </a:p>
        </p:txBody>
      </p:sp>
      <p:sp>
        <p:nvSpPr>
          <p:cNvPr id="2305" name="Google Shape;2305;p8"/>
          <p:cNvSpPr txBox="1"/>
          <p:nvPr/>
        </p:nvSpPr>
        <p:spPr>
          <a:xfrm>
            <a:off x="5540238" y="2598363"/>
            <a:ext cx="4875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fr-FR" sz="3300" b="0" i="0" u="none" strike="noStrike" cap="none" noProof="0" dirty="0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T</a:t>
            </a:r>
          </a:p>
        </p:txBody>
      </p:sp>
      <p:sp>
        <p:nvSpPr>
          <p:cNvPr id="2306" name="Google Shape;2306;p8"/>
          <p:cNvSpPr txBox="1"/>
          <p:nvPr/>
        </p:nvSpPr>
        <p:spPr>
          <a:xfrm>
            <a:off x="3111638" y="3745888"/>
            <a:ext cx="4875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fr-FR" sz="3300" b="0" i="0" u="none" strike="noStrike" cap="none" noProof="0" dirty="0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E</a:t>
            </a:r>
          </a:p>
        </p:txBody>
      </p:sp>
      <p:sp>
        <p:nvSpPr>
          <p:cNvPr id="2307" name="Google Shape;2307;p8"/>
          <p:cNvSpPr txBox="1"/>
          <p:nvPr/>
        </p:nvSpPr>
        <p:spPr>
          <a:xfrm>
            <a:off x="5540238" y="3745888"/>
            <a:ext cx="487500" cy="527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fr-FR" sz="3300" b="0" i="0" u="none" strike="noStrike" cap="none" noProof="0" dirty="0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L</a:t>
            </a:r>
          </a:p>
        </p:txBody>
      </p:sp>
      <p:sp>
        <p:nvSpPr>
          <p:cNvPr id="2308" name="Google Shape;2308;p8"/>
          <p:cNvSpPr txBox="1">
            <a:spLocks noGrp="1"/>
          </p:cNvSpPr>
          <p:nvPr>
            <p:ph type="title" idx="7"/>
          </p:nvPr>
        </p:nvSpPr>
        <p:spPr>
          <a:xfrm>
            <a:off x="6092700" y="1287888"/>
            <a:ext cx="2168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fr-FR" noProof="0" dirty="0"/>
              <a:t>Economique</a:t>
            </a:r>
          </a:p>
        </p:txBody>
      </p:sp>
      <p:sp>
        <p:nvSpPr>
          <p:cNvPr id="2309" name="Google Shape;2309;p8"/>
          <p:cNvSpPr txBox="1">
            <a:spLocks noGrp="1"/>
          </p:cNvSpPr>
          <p:nvPr>
            <p:ph type="subTitle" idx="8"/>
          </p:nvPr>
        </p:nvSpPr>
        <p:spPr>
          <a:xfrm>
            <a:off x="6092701" y="1731875"/>
            <a:ext cx="2764224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i="1" noProof="0" dirty="0"/>
              <a:t>Marché  très développé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i="1" noProof="0" dirty="0"/>
              <a:t>Coûts de développements AAA élevés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i="1" noProof="0" dirty="0"/>
              <a:t>Développement des modèles hybrides</a:t>
            </a:r>
          </a:p>
        </p:txBody>
      </p:sp>
      <p:sp>
        <p:nvSpPr>
          <p:cNvPr id="2310" name="Google Shape;2310;p8"/>
          <p:cNvSpPr txBox="1">
            <a:spLocks noGrp="1"/>
          </p:cNvSpPr>
          <p:nvPr>
            <p:ph type="title" idx="9"/>
          </p:nvPr>
        </p:nvSpPr>
        <p:spPr>
          <a:xfrm>
            <a:off x="6092701" y="2445568"/>
            <a:ext cx="2168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fr-FR" noProof="0" dirty="0"/>
              <a:t>Technologique</a:t>
            </a:r>
          </a:p>
        </p:txBody>
      </p:sp>
      <p:sp>
        <p:nvSpPr>
          <p:cNvPr id="2311" name="Google Shape;2311;p8"/>
          <p:cNvSpPr txBox="1">
            <a:spLocks noGrp="1"/>
          </p:cNvSpPr>
          <p:nvPr>
            <p:ph type="subTitle" idx="13"/>
          </p:nvPr>
        </p:nvSpPr>
        <p:spPr>
          <a:xfrm>
            <a:off x="6092700" y="2884841"/>
            <a:ext cx="3051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i="1" noProof="0" dirty="0"/>
              <a:t>Développement du mobile/cross-platform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i="1" noProof="0" dirty="0"/>
              <a:t>Cloud gaming/jeux en ligne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i="1" noProof="0" dirty="0"/>
              <a:t>Utilisation croissante de l’IA dans les jeux</a:t>
            </a:r>
          </a:p>
        </p:txBody>
      </p:sp>
      <p:sp>
        <p:nvSpPr>
          <p:cNvPr id="2312" name="Google Shape;2312;p8"/>
          <p:cNvSpPr txBox="1">
            <a:spLocks noGrp="1"/>
          </p:cNvSpPr>
          <p:nvPr>
            <p:ph type="title" idx="14"/>
          </p:nvPr>
        </p:nvSpPr>
        <p:spPr>
          <a:xfrm>
            <a:off x="6092676" y="3577196"/>
            <a:ext cx="2168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fr-FR" noProof="0" dirty="0"/>
              <a:t>Légal</a:t>
            </a:r>
          </a:p>
        </p:txBody>
      </p:sp>
      <p:sp>
        <p:nvSpPr>
          <p:cNvPr id="2313" name="Google Shape;2313;p8"/>
          <p:cNvSpPr txBox="1">
            <a:spLocks noGrp="1"/>
          </p:cNvSpPr>
          <p:nvPr>
            <p:ph type="subTitle" idx="15"/>
          </p:nvPr>
        </p:nvSpPr>
        <p:spPr>
          <a:xfrm>
            <a:off x="6092676" y="4020638"/>
            <a:ext cx="2834756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fr-FR" i="1" noProof="0" dirty="0"/>
              <a:t>Régulation des microtransactions</a:t>
            </a:r>
            <a:br>
              <a:rPr lang="fr-FR" i="1" noProof="0" dirty="0"/>
            </a:br>
            <a:r>
              <a:rPr lang="fr-FR" i="1" noProof="0" dirty="0"/>
              <a:t>Protection des données personnelles</a:t>
            </a:r>
            <a:br>
              <a:rPr lang="fr-FR" i="1" noProof="0" dirty="0"/>
            </a:br>
            <a:r>
              <a:rPr lang="fr-FR" i="1" noProof="0" dirty="0"/>
              <a:t>Droits liés aux contenus numériques</a:t>
            </a:r>
          </a:p>
        </p:txBody>
      </p:sp>
      <p:sp>
        <p:nvSpPr>
          <p:cNvPr id="2314" name="Google Shape;2314;p8"/>
          <p:cNvSpPr txBox="1"/>
          <p:nvPr/>
        </p:nvSpPr>
        <p:spPr>
          <a:xfrm>
            <a:off x="3799900" y="2598375"/>
            <a:ext cx="1539600" cy="5277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 noProof="0" dirty="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PESTEL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0" name="Google Shape;2320;p9"/>
          <p:cNvSpPr txBox="1">
            <a:spLocks noGrp="1"/>
          </p:cNvSpPr>
          <p:nvPr>
            <p:ph type="title"/>
          </p:nvPr>
        </p:nvSpPr>
        <p:spPr>
          <a:xfrm>
            <a:off x="5449425" y="1593575"/>
            <a:ext cx="2998800" cy="14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fr-FR" sz="3200" noProof="0" dirty="0"/>
              <a:t>Analyses des tendances actuelles</a:t>
            </a:r>
            <a:endParaRPr lang="fr-FR" noProof="0" dirty="0"/>
          </a:p>
        </p:txBody>
      </p:sp>
      <p:sp>
        <p:nvSpPr>
          <p:cNvPr id="2321" name="Google Shape;2321;p9"/>
          <p:cNvSpPr txBox="1">
            <a:spLocks noGrp="1"/>
          </p:cNvSpPr>
          <p:nvPr>
            <p:ph type="title" idx="2"/>
          </p:nvPr>
        </p:nvSpPr>
        <p:spPr>
          <a:xfrm>
            <a:off x="3377825" y="1593575"/>
            <a:ext cx="2015700" cy="1402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fr-FR" sz="10000" noProof="0" dirty="0"/>
              <a:t>03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6" name="Google Shape;2326;p10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fr-FR" b="1" noProof="0" dirty="0"/>
              <a:t>Tendances actuelles</a:t>
            </a:r>
          </a:p>
        </p:txBody>
      </p:sp>
      <p:sp>
        <p:nvSpPr>
          <p:cNvPr id="2327" name="Google Shape;2327;p10"/>
          <p:cNvSpPr txBox="1"/>
          <p:nvPr/>
        </p:nvSpPr>
        <p:spPr>
          <a:xfrm>
            <a:off x="2163549" y="1505050"/>
            <a:ext cx="5106000" cy="14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i="1" noProof="0" dirty="0">
                <a:solidFill>
                  <a:schemeClr val="lt1"/>
                </a:solidFill>
              </a:rPr>
              <a:t>Domination des grandes licences installées</a:t>
            </a:r>
          </a:p>
          <a:p>
            <a:pPr marL="285750" indent="-285750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i="1" noProof="0" dirty="0">
                <a:solidFill>
                  <a:schemeClr val="lt1"/>
                </a:solidFill>
              </a:rPr>
              <a:t>Croissance du jeu PC et du cross-platform</a:t>
            </a:r>
          </a:p>
          <a:p>
            <a:pPr marL="285750" indent="-285750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i="1" noProof="0" dirty="0">
                <a:solidFill>
                  <a:schemeClr val="lt1"/>
                </a:solidFill>
              </a:rPr>
              <a:t>Importance du gameplay, de la narration et de l’immersion</a:t>
            </a:r>
          </a:p>
          <a:p>
            <a:pPr marL="285750" indent="-285750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i="1" noProof="0" dirty="0">
                <a:solidFill>
                  <a:schemeClr val="lt1"/>
                </a:solidFill>
              </a:rPr>
              <a:t>Rejet croissant des mécaniques </a:t>
            </a:r>
            <a:r>
              <a:rPr lang="fr-FR" i="1" noProof="0" dirty="0" err="1">
                <a:solidFill>
                  <a:schemeClr val="lt1"/>
                </a:solidFill>
              </a:rPr>
              <a:t>pay</a:t>
            </a:r>
            <a:r>
              <a:rPr lang="fr-FR" i="1" noProof="0" dirty="0">
                <a:solidFill>
                  <a:schemeClr val="lt1"/>
                </a:solidFill>
              </a:rPr>
              <a:t>-to-</a:t>
            </a:r>
            <a:r>
              <a:rPr lang="fr-FR" i="1" noProof="0" dirty="0" err="1">
                <a:solidFill>
                  <a:schemeClr val="lt1"/>
                </a:solidFill>
              </a:rPr>
              <a:t>win</a:t>
            </a:r>
            <a:endParaRPr lang="fr-FR" i="1" noProof="0" dirty="0">
              <a:solidFill>
                <a:schemeClr val="lt1"/>
              </a:solidFill>
            </a:endParaRPr>
          </a:p>
          <a:p>
            <a:pPr marL="285750" indent="-285750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i="1" noProof="0" dirty="0">
                <a:solidFill>
                  <a:schemeClr val="lt1"/>
                </a:solidFill>
              </a:rPr>
              <a:t>Recherche d’expériences accessibles et engageantes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2" name="Google Shape;2332;p11"/>
          <p:cNvSpPr txBox="1">
            <a:spLocks noGrp="1"/>
          </p:cNvSpPr>
          <p:nvPr>
            <p:ph type="title"/>
          </p:nvPr>
        </p:nvSpPr>
        <p:spPr>
          <a:xfrm>
            <a:off x="5449425" y="1593575"/>
            <a:ext cx="2998800" cy="14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fr-FR" sz="3200" noProof="0" dirty="0"/>
              <a:t>Les futures tendances et perspectives</a:t>
            </a:r>
            <a:endParaRPr lang="fr-FR" noProof="0" dirty="0"/>
          </a:p>
        </p:txBody>
      </p:sp>
      <p:sp>
        <p:nvSpPr>
          <p:cNvPr id="2333" name="Google Shape;2333;p11"/>
          <p:cNvSpPr txBox="1">
            <a:spLocks noGrp="1"/>
          </p:cNvSpPr>
          <p:nvPr>
            <p:ph type="title" idx="2"/>
          </p:nvPr>
        </p:nvSpPr>
        <p:spPr>
          <a:xfrm>
            <a:off x="3377825" y="1593575"/>
            <a:ext cx="2015700" cy="1402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fr-FR" sz="10000" noProof="0" dirty="0"/>
              <a:t>04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p12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fr-FR" b="1" noProof="0" dirty="0"/>
              <a:t>Tendances futures</a:t>
            </a:r>
          </a:p>
        </p:txBody>
      </p:sp>
      <p:sp>
        <p:nvSpPr>
          <p:cNvPr id="2339" name="Google Shape;2339;p12"/>
          <p:cNvSpPr txBox="1"/>
          <p:nvPr/>
        </p:nvSpPr>
        <p:spPr>
          <a:xfrm>
            <a:off x="2163549" y="1505050"/>
            <a:ext cx="5106000" cy="14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i="1" noProof="0" dirty="0">
                <a:solidFill>
                  <a:schemeClr val="lt1"/>
                </a:solidFill>
              </a:rPr>
              <a:t>IA générative pour narration et PNJ dynamiques</a:t>
            </a:r>
          </a:p>
          <a:p>
            <a:pPr marL="285750" indent="-285750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i="1" noProof="0" dirty="0">
                <a:solidFill>
                  <a:schemeClr val="lt1"/>
                </a:solidFill>
              </a:rPr>
              <a:t>Sessions courtes adaptées aux nouveaux rythmes de vie</a:t>
            </a:r>
          </a:p>
          <a:p>
            <a:pPr marL="285750" indent="-285750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i="1" noProof="0" dirty="0">
                <a:solidFill>
                  <a:schemeClr val="lt1"/>
                </a:solidFill>
              </a:rPr>
              <a:t>Expériences sociales non compétitives</a:t>
            </a:r>
          </a:p>
          <a:p>
            <a:pPr marL="285750" indent="-285750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i="1" noProof="0" dirty="0">
                <a:solidFill>
                  <a:schemeClr val="lt1"/>
                </a:solidFill>
              </a:rPr>
              <a:t>Cross-platform comme </a:t>
            </a:r>
            <a:r>
              <a:rPr lang="fr-FR" sz="1400" b="0" i="1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standard de marché</a:t>
            </a: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400" b="0" i="1" u="none" strike="noStrike" cap="none" noProof="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Modèles premium + contenus additionnels ciblés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" name="Google Shape;2344;p13"/>
          <p:cNvSpPr txBox="1">
            <a:spLocks noGrp="1"/>
          </p:cNvSpPr>
          <p:nvPr>
            <p:ph type="title"/>
          </p:nvPr>
        </p:nvSpPr>
        <p:spPr>
          <a:xfrm>
            <a:off x="5449425" y="1593575"/>
            <a:ext cx="2998800" cy="14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fr-FR" sz="3200" noProof="0" dirty="0"/>
              <a:t>Analyses du ou des segment(s)</a:t>
            </a:r>
            <a:endParaRPr lang="fr-FR" noProof="0" dirty="0"/>
          </a:p>
        </p:txBody>
      </p:sp>
      <p:sp>
        <p:nvSpPr>
          <p:cNvPr id="2345" name="Google Shape;2345;p13"/>
          <p:cNvSpPr txBox="1">
            <a:spLocks noGrp="1"/>
          </p:cNvSpPr>
          <p:nvPr>
            <p:ph type="title" idx="2"/>
          </p:nvPr>
        </p:nvSpPr>
        <p:spPr>
          <a:xfrm>
            <a:off x="3377825" y="1593575"/>
            <a:ext cx="2015700" cy="1402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fr-FR" sz="10000" noProof="0" dirty="0"/>
              <a:t>05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0" name="Google Shape;2350;p1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fr-FR" b="1" noProof="0" dirty="0"/>
              <a:t>Analyses des segments*</a:t>
            </a:r>
          </a:p>
        </p:txBody>
      </p:sp>
      <p:sp>
        <p:nvSpPr>
          <p:cNvPr id="2351" name="Google Shape;2351;p14"/>
          <p:cNvSpPr txBox="1"/>
          <p:nvPr/>
        </p:nvSpPr>
        <p:spPr>
          <a:xfrm>
            <a:off x="2163549" y="1505050"/>
            <a:ext cx="6807456" cy="14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i="1" noProof="0" dirty="0">
                <a:solidFill>
                  <a:schemeClr val="lt1"/>
                </a:solidFill>
              </a:rPr>
              <a:t>Préférence marquée pour le mode solo</a:t>
            </a:r>
          </a:p>
          <a:p>
            <a:pPr marL="285750" indent="-285750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i="1" noProof="0" dirty="0">
                <a:solidFill>
                  <a:schemeClr val="lt1"/>
                </a:solidFill>
              </a:rPr>
              <a:t>Gameplay comme critère principal d’achat</a:t>
            </a:r>
          </a:p>
          <a:p>
            <a:pPr marL="285750" indent="-285750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i="1" noProof="0" dirty="0">
                <a:solidFill>
                  <a:schemeClr val="lt1"/>
                </a:solidFill>
              </a:rPr>
              <a:t>Intérêt fort pour l’histoire et les graphismes</a:t>
            </a:r>
          </a:p>
          <a:p>
            <a:pPr marL="285750" indent="-285750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i="1" noProof="0" dirty="0">
                <a:solidFill>
                  <a:schemeClr val="lt1"/>
                </a:solidFill>
              </a:rPr>
              <a:t>PC comme plateforme dominante + assistant mobile </a:t>
            </a:r>
          </a:p>
          <a:p>
            <a:pPr marL="285750" indent="-285750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i="1" noProof="0" dirty="0" err="1">
                <a:solidFill>
                  <a:schemeClr val="lt1"/>
                </a:solidFill>
              </a:rPr>
              <a:t>Attrayance</a:t>
            </a:r>
            <a:r>
              <a:rPr lang="fr-FR" i="1" noProof="0" dirty="0">
                <a:solidFill>
                  <a:schemeClr val="lt1"/>
                </a:solidFill>
              </a:rPr>
              <a:t> pour stratégie, action-aventure et RPG</a:t>
            </a:r>
          </a:p>
          <a:p>
            <a:pPr marL="285750" indent="-285750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i="1" dirty="0">
              <a:solidFill>
                <a:schemeClr val="lt1"/>
              </a:solidFill>
            </a:endParaRPr>
          </a:p>
          <a:p>
            <a:pPr>
              <a:lnSpc>
                <a:spcPct val="200000"/>
              </a:lnSpc>
              <a:buClr>
                <a:schemeClr val="bg1"/>
              </a:buClr>
            </a:pPr>
            <a:r>
              <a:rPr lang="fr-FR" i="1" dirty="0">
                <a:solidFill>
                  <a:schemeClr val="lt1"/>
                </a:solidFill>
              </a:rPr>
              <a:t>* Toutes les analyses issues des sondages sont à prendre avec précaution en raison du nombre de réponses relativement limité (33)</a:t>
            </a:r>
            <a:endParaRPr lang="fr-FR" i="1" noProof="0"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9">
          <a:extLst>
            <a:ext uri="{FF2B5EF4-FFF2-40B4-BE49-F238E27FC236}">
              <a16:creationId xmlns:a16="http://schemas.microsoft.com/office/drawing/2014/main" id="{E2BF73FE-BFA6-43D7-242B-9F05FD834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0" name="Google Shape;2350;p14">
            <a:extLst>
              <a:ext uri="{FF2B5EF4-FFF2-40B4-BE49-F238E27FC236}">
                <a16:creationId xmlns:a16="http://schemas.microsoft.com/office/drawing/2014/main" id="{18FF621E-F6B6-6B3C-0838-CA21660D93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fr-FR" b="1" noProof="0" dirty="0"/>
              <a:t>Ventes des segments</a:t>
            </a:r>
          </a:p>
        </p:txBody>
      </p:sp>
      <p:graphicFrame>
        <p:nvGraphicFramePr>
          <p:cNvPr id="2" name="Graphique 1">
            <a:extLst>
              <a:ext uri="{FF2B5EF4-FFF2-40B4-BE49-F238E27FC236}">
                <a16:creationId xmlns:a16="http://schemas.microsoft.com/office/drawing/2014/main" id="{FC9C3FBE-73AF-84C4-C325-D17143C46AF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78869835"/>
              </p:ext>
            </p:extLst>
          </p:nvPr>
        </p:nvGraphicFramePr>
        <p:xfrm>
          <a:off x="2117124" y="1112200"/>
          <a:ext cx="5983888" cy="36907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663817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9">
          <a:extLst>
            <a:ext uri="{FF2B5EF4-FFF2-40B4-BE49-F238E27FC236}">
              <a16:creationId xmlns:a16="http://schemas.microsoft.com/office/drawing/2014/main" id="{6B31B502-D8B3-262E-E128-DD7F397A3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0" name="Google Shape;2350;p14">
            <a:extLst>
              <a:ext uri="{FF2B5EF4-FFF2-40B4-BE49-F238E27FC236}">
                <a16:creationId xmlns:a16="http://schemas.microsoft.com/office/drawing/2014/main" id="{A47B6675-D985-9858-D76B-762790C735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fr-FR" b="1" noProof="0" dirty="0"/>
              <a:t>Retours de sondage</a:t>
            </a:r>
          </a:p>
        </p:txBody>
      </p:sp>
      <p:pic>
        <p:nvPicPr>
          <p:cNvPr id="3" name="Image 2" descr="Tableau des réponses au formulaire Forms. Titre de la question : Sur quelle(s) plateforme(s) jouez-vous régulièrement ?. Nombre de réponses : 33 réponses.">
            <a:extLst>
              <a:ext uri="{FF2B5EF4-FFF2-40B4-BE49-F238E27FC236}">
                <a16:creationId xmlns:a16="http://schemas.microsoft.com/office/drawing/2014/main" id="{187FA20A-547D-0CBB-B0AA-3E95834962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267460"/>
            <a:ext cx="3796834" cy="1805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 3" descr="Tableau des réponses au formulaire Forms. Titre de la question : Quels genres de jeux appréciez-vous le plus ? (max 3)  . Nombre de réponses : 33 réponses.">
            <a:extLst>
              <a:ext uri="{FF2B5EF4-FFF2-40B4-BE49-F238E27FC236}">
                <a16:creationId xmlns:a16="http://schemas.microsoft.com/office/drawing/2014/main" id="{1F869C7F-7F8B-02D8-3797-3C5E5767B4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5201" y="2667893"/>
            <a:ext cx="4555524" cy="216598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0894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9">
          <a:extLst>
            <a:ext uri="{FF2B5EF4-FFF2-40B4-BE49-F238E27FC236}">
              <a16:creationId xmlns:a16="http://schemas.microsoft.com/office/drawing/2014/main" id="{05DC5B63-4E48-8484-A934-38603745A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0" name="Google Shape;2350;p14">
            <a:extLst>
              <a:ext uri="{FF2B5EF4-FFF2-40B4-BE49-F238E27FC236}">
                <a16:creationId xmlns:a16="http://schemas.microsoft.com/office/drawing/2014/main" id="{C1056E42-CEC6-CE60-7A4C-FF24B8FA47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fr-FR" b="1" noProof="0" dirty="0"/>
              <a:t>Retours de sondage</a:t>
            </a:r>
          </a:p>
        </p:txBody>
      </p:sp>
      <p:pic>
        <p:nvPicPr>
          <p:cNvPr id="5" name="Image 4" descr="Tableau des réponses au formulaire Forms. Titre de la question : Qu’est-ce qui compte le plus pour vous dans un jeu ? (max 3)  . Nombre de réponses : 33 réponses.">
            <a:extLst>
              <a:ext uri="{FF2B5EF4-FFF2-40B4-BE49-F238E27FC236}">
                <a16:creationId xmlns:a16="http://schemas.microsoft.com/office/drawing/2014/main" id="{9C79399E-4ACC-C913-0E08-9A273F5F89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6896" y="1267460"/>
            <a:ext cx="5486400" cy="2608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 1" descr="Tableau des réponses au formulaire Forms. Titre de la question : Quels modes de jeu préférez-vous ?. Nombre de réponses : 33 réponses.">
            <a:extLst>
              <a:ext uri="{FF2B5EF4-FFF2-40B4-BE49-F238E27FC236}">
                <a16:creationId xmlns:a16="http://schemas.microsoft.com/office/drawing/2014/main" id="{4CEA478C-5EAE-CC89-1B4B-40518AC4C8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3664" y="2968619"/>
            <a:ext cx="4176609" cy="19858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059991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9">
          <a:extLst>
            <a:ext uri="{FF2B5EF4-FFF2-40B4-BE49-F238E27FC236}">
              <a16:creationId xmlns:a16="http://schemas.microsoft.com/office/drawing/2014/main" id="{59C13CC5-318B-38BB-69E8-5B9A4E23B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0" name="Google Shape;2350;p14">
            <a:extLst>
              <a:ext uri="{FF2B5EF4-FFF2-40B4-BE49-F238E27FC236}">
                <a16:creationId xmlns:a16="http://schemas.microsoft.com/office/drawing/2014/main" id="{D0A46304-35DA-D8E1-A138-E93CF6B3F1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fr-FR" b="1" noProof="0" dirty="0"/>
              <a:t>Résultats et corrélations (1/2)</a:t>
            </a:r>
            <a:br>
              <a:rPr lang="fr-FR" b="1" noProof="0" dirty="0"/>
            </a:br>
            <a:endParaRPr lang="fr-FR" b="1" noProof="0" dirty="0"/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5A1B2383-8364-971C-4B58-6BD3B77AE1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5403764"/>
              </p:ext>
            </p:extLst>
          </p:nvPr>
        </p:nvGraphicFramePr>
        <p:xfrm>
          <a:off x="1831998" y="1550661"/>
          <a:ext cx="4051301" cy="971550"/>
        </p:xfrm>
        <a:graphic>
          <a:graphicData uri="http://schemas.openxmlformats.org/drawingml/2006/table">
            <a:tbl>
              <a:tblPr/>
              <a:tblGrid>
                <a:gridCol w="762598">
                  <a:extLst>
                    <a:ext uri="{9D8B030D-6E8A-4147-A177-3AD203B41FA5}">
                      <a16:colId xmlns:a16="http://schemas.microsoft.com/office/drawing/2014/main" val="3712042081"/>
                    </a:ext>
                  </a:extLst>
                </a:gridCol>
                <a:gridCol w="1000909">
                  <a:extLst>
                    <a:ext uri="{9D8B030D-6E8A-4147-A177-3AD203B41FA5}">
                      <a16:colId xmlns:a16="http://schemas.microsoft.com/office/drawing/2014/main" val="1689614915"/>
                    </a:ext>
                  </a:extLst>
                </a:gridCol>
                <a:gridCol w="762598">
                  <a:extLst>
                    <a:ext uri="{9D8B030D-6E8A-4147-A177-3AD203B41FA5}">
                      <a16:colId xmlns:a16="http://schemas.microsoft.com/office/drawing/2014/main" val="3241626318"/>
                    </a:ext>
                  </a:extLst>
                </a:gridCol>
                <a:gridCol w="762598">
                  <a:extLst>
                    <a:ext uri="{9D8B030D-6E8A-4147-A177-3AD203B41FA5}">
                      <a16:colId xmlns:a16="http://schemas.microsoft.com/office/drawing/2014/main" val="2889398772"/>
                    </a:ext>
                  </a:extLst>
                </a:gridCol>
                <a:gridCol w="762598">
                  <a:extLst>
                    <a:ext uri="{9D8B030D-6E8A-4147-A177-3AD203B41FA5}">
                      <a16:colId xmlns:a16="http://schemas.microsoft.com/office/drawing/2014/main" val="1920038377"/>
                    </a:ext>
                  </a:extLst>
                </a:gridCol>
              </a:tblGrid>
              <a:tr h="161925">
                <a:tc rowSpan="2"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Effectifs observés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Gameplay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002404"/>
                  </a:ext>
                </a:extLst>
              </a:tr>
              <a:tr h="161925">
                <a:tc gridSpan="2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Oui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Non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Total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7628978"/>
                  </a:ext>
                </a:extLst>
              </a:tr>
              <a:tr h="32385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Histoire / narration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Oui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5502183"/>
                  </a:ext>
                </a:extLst>
              </a:tr>
              <a:tr h="161925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Non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0315638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0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Total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7646913"/>
                  </a:ext>
                </a:extLst>
              </a:tr>
            </a:tbl>
          </a:graphicData>
        </a:graphic>
      </p:graphicFrame>
      <p:sp>
        <p:nvSpPr>
          <p:cNvPr id="4" name="ZoneTexte 3">
            <a:extLst>
              <a:ext uri="{FF2B5EF4-FFF2-40B4-BE49-F238E27FC236}">
                <a16:creationId xmlns:a16="http://schemas.microsoft.com/office/drawing/2014/main" id="{514FB8C1-9097-22FE-B53F-0C04E82D1126}"/>
              </a:ext>
            </a:extLst>
          </p:cNvPr>
          <p:cNvSpPr txBox="1"/>
          <p:nvPr/>
        </p:nvSpPr>
        <p:spPr>
          <a:xfrm>
            <a:off x="5883299" y="1691214"/>
            <a:ext cx="31678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i="1" dirty="0">
                <a:solidFill>
                  <a:schemeClr val="bg1"/>
                </a:solidFill>
              </a:rPr>
              <a:t>Le test du chi-2 indique que </a:t>
            </a:r>
          </a:p>
          <a:p>
            <a:pPr algn="ctr"/>
            <a:r>
              <a:rPr lang="fr-FR" sz="1200" i="1" dirty="0">
                <a:solidFill>
                  <a:schemeClr val="bg1"/>
                </a:solidFill>
              </a:rPr>
              <a:t>l’importance du gameplay et de la narration </a:t>
            </a:r>
          </a:p>
          <a:p>
            <a:pPr algn="ctr"/>
            <a:r>
              <a:rPr lang="fr-FR" sz="1200" i="1" dirty="0">
                <a:solidFill>
                  <a:schemeClr val="bg1"/>
                </a:solidFill>
              </a:rPr>
              <a:t>sont liées pour les joueurs interrogés</a:t>
            </a:r>
          </a:p>
          <a:p>
            <a:pPr algn="ctr"/>
            <a:r>
              <a:rPr lang="fr-FR" sz="1200" i="1" dirty="0">
                <a:solidFill>
                  <a:schemeClr val="bg1"/>
                </a:solidFill>
              </a:rPr>
              <a:t>(p-value = 0,039)</a:t>
            </a:r>
          </a:p>
        </p:txBody>
      </p:sp>
      <p:graphicFrame>
        <p:nvGraphicFramePr>
          <p:cNvPr id="6" name="Graphique 5">
            <a:extLst>
              <a:ext uri="{FF2B5EF4-FFF2-40B4-BE49-F238E27FC236}">
                <a16:creationId xmlns:a16="http://schemas.microsoft.com/office/drawing/2014/main" id="{E56A0900-8BC2-044E-4199-E6B914EAD3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4737864"/>
              </p:ext>
            </p:extLst>
          </p:nvPr>
        </p:nvGraphicFramePr>
        <p:xfrm>
          <a:off x="4803066" y="2571750"/>
          <a:ext cx="4221892" cy="2571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026" name="Picture 2" descr="Tableau des réponses au formulaire Forms. Titre de la question : À quelle fréquence jouez-vous aux jeux vidéo ?. Nombre de réponses : 33 réponses.">
            <a:extLst>
              <a:ext uri="{FF2B5EF4-FFF2-40B4-BE49-F238E27FC236}">
                <a16:creationId xmlns:a16="http://schemas.microsoft.com/office/drawing/2014/main" id="{B945F19A-D7DB-1325-3249-A9078FCAF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9298" y="3830595"/>
            <a:ext cx="2941555" cy="1237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B860B555-F7D7-D9BB-7086-AC329CBFDF6F}"/>
              </a:ext>
            </a:extLst>
          </p:cNvPr>
          <p:cNvSpPr txBox="1"/>
          <p:nvPr/>
        </p:nvSpPr>
        <p:spPr>
          <a:xfrm>
            <a:off x="1831998" y="3208581"/>
            <a:ext cx="29049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i="1" dirty="0">
                <a:solidFill>
                  <a:schemeClr val="bg1"/>
                </a:solidFill>
              </a:rPr>
              <a:t>Plus les joueurs jouent souvent, plus ils </a:t>
            </a:r>
          </a:p>
          <a:p>
            <a:pPr algn="ctr"/>
            <a:r>
              <a:rPr lang="fr-FR" sz="1200" i="1" dirty="0">
                <a:solidFill>
                  <a:schemeClr val="bg1"/>
                </a:solidFill>
              </a:rPr>
              <a:t>privilégient le mode solo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0B9CCB8-705F-21F8-FBB2-101635F6B0C5}"/>
              </a:ext>
            </a:extLst>
          </p:cNvPr>
          <p:cNvSpPr txBox="1"/>
          <p:nvPr/>
        </p:nvSpPr>
        <p:spPr>
          <a:xfrm>
            <a:off x="2461272" y="1127259"/>
            <a:ext cx="27927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Ce qui compte le plus pour les joueurs</a:t>
            </a:r>
          </a:p>
          <a:p>
            <a:pPr algn="ctr"/>
            <a:r>
              <a:rPr lang="fr-FR" sz="1200" dirty="0">
                <a:solidFill>
                  <a:schemeClr val="bg1"/>
                </a:solidFill>
              </a:rPr>
              <a:t>Gameplay vs histoire / narration</a:t>
            </a:r>
          </a:p>
        </p:txBody>
      </p:sp>
    </p:spTree>
    <p:extLst>
      <p:ext uri="{BB962C8B-B14F-4D97-AF65-F5344CB8AC3E}">
        <p14:creationId xmlns:p14="http://schemas.microsoft.com/office/powerpoint/2010/main" val="21715469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9">
          <a:extLst>
            <a:ext uri="{FF2B5EF4-FFF2-40B4-BE49-F238E27FC236}">
              <a16:creationId xmlns:a16="http://schemas.microsoft.com/office/drawing/2014/main" id="{E5B7E5EE-B076-BFD5-E66B-AF0C16904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0" name="Google Shape;2350;p14">
            <a:extLst>
              <a:ext uri="{FF2B5EF4-FFF2-40B4-BE49-F238E27FC236}">
                <a16:creationId xmlns:a16="http://schemas.microsoft.com/office/drawing/2014/main" id="{D6897FC9-0159-F59A-F3A9-FE8490B788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fr-FR" b="1" noProof="0" dirty="0"/>
              <a:t>Résultats et corrélations (2/2)</a:t>
            </a:r>
            <a:br>
              <a:rPr lang="fr-FR" b="1" noProof="0" dirty="0"/>
            </a:br>
            <a:endParaRPr lang="fr-FR" b="1" noProof="0" dirty="0"/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C0EC8E02-856B-6649-2050-285EB74076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1400985"/>
              </p:ext>
            </p:extLst>
          </p:nvPr>
        </p:nvGraphicFramePr>
        <p:xfrm>
          <a:off x="2028739" y="1438275"/>
          <a:ext cx="6997700" cy="113347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134906681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8479668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68863594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4272349042"/>
                    </a:ext>
                  </a:extLst>
                </a:gridCol>
                <a:gridCol w="1054100">
                  <a:extLst>
                    <a:ext uri="{9D8B030D-6E8A-4147-A177-3AD203B41FA5}">
                      <a16:colId xmlns:a16="http://schemas.microsoft.com/office/drawing/2014/main" val="36057161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34840429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7620112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713401937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5B3F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Action/aventure/combat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3F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Stratégie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3F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FPS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5B3F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Sports et courses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5B3F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3F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Puzzle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5B3F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Jeux de rôle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Plateforme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45338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PC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3F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3F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471317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Playstation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3F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3F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4404598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Nintendo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3F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3F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4583576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Xbox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3F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3F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287680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Téléphone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3F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2858272"/>
                  </a:ext>
                </a:extLst>
              </a:tr>
            </a:tbl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0EFB1A99-1423-B252-0828-15D90CBB4CAF}"/>
              </a:ext>
            </a:extLst>
          </p:cNvPr>
          <p:cNvSpPr txBox="1"/>
          <p:nvPr/>
        </p:nvSpPr>
        <p:spPr>
          <a:xfrm>
            <a:off x="2644025" y="2897825"/>
            <a:ext cx="56188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i="1" dirty="0">
                <a:solidFill>
                  <a:schemeClr val="bg1"/>
                </a:solidFill>
              </a:rPr>
              <a:t>Le PC est privilégié par la majorité des joueurs, et notamment dans les secteurs</a:t>
            </a:r>
          </a:p>
          <a:p>
            <a:pPr algn="ctr"/>
            <a:r>
              <a:rPr lang="fr-FR" sz="1200" i="1" dirty="0">
                <a:solidFill>
                  <a:schemeClr val="bg1"/>
                </a:solidFill>
              </a:rPr>
              <a:t>qui nous intéressent en priorité (action, stratégie).</a:t>
            </a:r>
          </a:p>
          <a:p>
            <a:pPr algn="ctr"/>
            <a:r>
              <a:rPr lang="fr-FR" sz="1200" i="1" dirty="0">
                <a:solidFill>
                  <a:schemeClr val="bg1"/>
                </a:solidFill>
              </a:rPr>
              <a:t>Il semble peu pertinent de lancer le jeu sur Xbox, même dans un second temps.</a:t>
            </a:r>
          </a:p>
        </p:txBody>
      </p:sp>
    </p:spTree>
    <p:extLst>
      <p:ext uri="{BB962C8B-B14F-4D97-AF65-F5344CB8AC3E}">
        <p14:creationId xmlns:p14="http://schemas.microsoft.com/office/powerpoint/2010/main" val="20725910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" name="Google Shape;2356;p15"/>
          <p:cNvSpPr txBox="1">
            <a:spLocks noGrp="1"/>
          </p:cNvSpPr>
          <p:nvPr>
            <p:ph type="title"/>
          </p:nvPr>
        </p:nvSpPr>
        <p:spPr>
          <a:xfrm>
            <a:off x="5449425" y="1593575"/>
            <a:ext cx="3461700" cy="14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fr-FR" sz="2800" noProof="0" dirty="0"/>
              <a:t>Recommandations stratégiques</a:t>
            </a:r>
            <a:endParaRPr lang="fr-FR" noProof="0" dirty="0"/>
          </a:p>
        </p:txBody>
      </p:sp>
      <p:sp>
        <p:nvSpPr>
          <p:cNvPr id="2357" name="Google Shape;2357;p15"/>
          <p:cNvSpPr txBox="1">
            <a:spLocks noGrp="1"/>
          </p:cNvSpPr>
          <p:nvPr>
            <p:ph type="title" idx="2"/>
          </p:nvPr>
        </p:nvSpPr>
        <p:spPr>
          <a:xfrm>
            <a:off x="3377825" y="1593575"/>
            <a:ext cx="2015700" cy="1402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fr-FR" sz="10000" noProof="0" dirty="0"/>
              <a:t>06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2" name="Google Shape;2362;p1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fr-FR" b="1" noProof="0" dirty="0"/>
              <a:t>Recommandations</a:t>
            </a:r>
          </a:p>
        </p:txBody>
      </p:sp>
      <p:sp>
        <p:nvSpPr>
          <p:cNvPr id="2363" name="Google Shape;2363;p16"/>
          <p:cNvSpPr txBox="1"/>
          <p:nvPr/>
        </p:nvSpPr>
        <p:spPr>
          <a:xfrm>
            <a:off x="2163549" y="1505050"/>
            <a:ext cx="5106000" cy="14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i="1" noProof="0" dirty="0">
                <a:solidFill>
                  <a:schemeClr val="lt1"/>
                </a:solidFill>
              </a:rPr>
              <a:t>Lancer un AAA sur PC + mobile puis consoles</a:t>
            </a:r>
          </a:p>
          <a:p>
            <a:pPr marL="285750" indent="-285750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i="1" noProof="0" dirty="0">
                <a:solidFill>
                  <a:schemeClr val="lt1"/>
                </a:solidFill>
              </a:rPr>
              <a:t>Miser sur narration + gameplay intelligent</a:t>
            </a:r>
          </a:p>
          <a:p>
            <a:pPr marL="285750" indent="-285750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i="1" noProof="0" dirty="0">
                <a:solidFill>
                  <a:schemeClr val="lt1"/>
                </a:solidFill>
              </a:rPr>
              <a:t>Conserver un solo complet avec social facultatif</a:t>
            </a:r>
          </a:p>
          <a:p>
            <a:pPr marL="285750" indent="-285750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i="1" noProof="0" dirty="0">
                <a:solidFill>
                  <a:schemeClr val="lt1"/>
                </a:solidFill>
              </a:rPr>
              <a:t>Éviter le pay-to-</a:t>
            </a:r>
            <a:r>
              <a:rPr lang="fr-FR" i="1" noProof="0" dirty="0" err="1">
                <a:solidFill>
                  <a:schemeClr val="lt1"/>
                </a:solidFill>
              </a:rPr>
              <a:t>win</a:t>
            </a:r>
            <a:endParaRPr lang="fr-FR" i="1" noProof="0" dirty="0">
              <a:solidFill>
                <a:schemeClr val="lt1"/>
              </a:solidFill>
            </a:endParaRPr>
          </a:p>
          <a:p>
            <a:pPr marL="285750" indent="-285750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i="1" noProof="0" dirty="0">
                <a:solidFill>
                  <a:schemeClr val="lt1"/>
                </a:solidFill>
              </a:rPr>
              <a:t>Prévoir extensions narratives post-lancement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5">
          <a:extLst>
            <a:ext uri="{FF2B5EF4-FFF2-40B4-BE49-F238E27FC236}">
              <a16:creationId xmlns:a16="http://schemas.microsoft.com/office/drawing/2014/main" id="{00F52ACC-27D2-ED6A-B1C5-E74E6C8D3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" name="Google Shape;2356;p15">
            <a:extLst>
              <a:ext uri="{FF2B5EF4-FFF2-40B4-BE49-F238E27FC236}">
                <a16:creationId xmlns:a16="http://schemas.microsoft.com/office/drawing/2014/main" id="{33457D70-5A04-E547-6BF4-ABED1B6CB4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49425" y="1593575"/>
            <a:ext cx="3461700" cy="14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fr-FR" sz="2800" dirty="0"/>
              <a:t>Nouveau jeu AAA</a:t>
            </a:r>
            <a:br>
              <a:rPr lang="fr-FR" sz="2800" dirty="0"/>
            </a:br>
            <a:r>
              <a:rPr lang="fr-FR" sz="2800" dirty="0"/>
              <a:t>Project </a:t>
            </a:r>
            <a:r>
              <a:rPr lang="fr-FR" sz="2800" dirty="0" err="1"/>
              <a:t>Cipher</a:t>
            </a:r>
            <a:endParaRPr lang="fr-FR" noProof="0" dirty="0"/>
          </a:p>
        </p:txBody>
      </p:sp>
      <p:sp>
        <p:nvSpPr>
          <p:cNvPr id="2357" name="Google Shape;2357;p15">
            <a:extLst>
              <a:ext uri="{FF2B5EF4-FFF2-40B4-BE49-F238E27FC236}">
                <a16:creationId xmlns:a16="http://schemas.microsoft.com/office/drawing/2014/main" id="{46A4D0D9-B216-94DE-BC31-CA8156E126B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377825" y="1593575"/>
            <a:ext cx="2015700" cy="1402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fr-FR" sz="10000" noProof="0" dirty="0"/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3362254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1">
          <a:extLst>
            <a:ext uri="{FF2B5EF4-FFF2-40B4-BE49-F238E27FC236}">
              <a16:creationId xmlns:a16="http://schemas.microsoft.com/office/drawing/2014/main" id="{F93E4C65-06CA-6B40-F8EA-E6291E831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2" name="Google Shape;2362;p16">
            <a:extLst>
              <a:ext uri="{FF2B5EF4-FFF2-40B4-BE49-F238E27FC236}">
                <a16:creationId xmlns:a16="http://schemas.microsoft.com/office/drawing/2014/main" id="{DE98B8C3-EE69-0FE6-8956-22D3385630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fr-FR" b="1" noProof="0" dirty="0"/>
              <a:t>Project </a:t>
            </a:r>
            <a:r>
              <a:rPr lang="fr-FR" b="1" noProof="0" dirty="0" err="1"/>
              <a:t>Cipher</a:t>
            </a:r>
            <a:endParaRPr lang="fr-FR" b="1" noProof="0" dirty="0"/>
          </a:p>
        </p:txBody>
      </p:sp>
      <p:sp>
        <p:nvSpPr>
          <p:cNvPr id="2363" name="Google Shape;2363;p16">
            <a:extLst>
              <a:ext uri="{FF2B5EF4-FFF2-40B4-BE49-F238E27FC236}">
                <a16:creationId xmlns:a16="http://schemas.microsoft.com/office/drawing/2014/main" id="{1A80F091-4B54-4EDF-B424-87CB3A79A5B4}"/>
              </a:ext>
            </a:extLst>
          </p:cNvPr>
          <p:cNvSpPr txBox="1"/>
          <p:nvPr/>
        </p:nvSpPr>
        <p:spPr>
          <a:xfrm>
            <a:off x="2163548" y="1505050"/>
            <a:ext cx="6700365" cy="14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just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b="1" i="1" noProof="0" dirty="0">
                <a:solidFill>
                  <a:schemeClr val="lt1"/>
                </a:solidFill>
              </a:rPr>
              <a:t>Concept général </a:t>
            </a:r>
            <a:r>
              <a:rPr lang="fr-FR" i="1" noProof="0" dirty="0">
                <a:solidFill>
                  <a:schemeClr val="lt1"/>
                </a:solidFill>
              </a:rPr>
              <a:t>: Thriller mondial narratif où chaque joueur détient une pièce unique d’un puzzle global. Le jeu combine enquête, exploration, résolution d’énigmes et coopération facultative.</a:t>
            </a:r>
          </a:p>
          <a:p>
            <a:pPr marL="285750" indent="-285750" algn="just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i="1" noProof="0" dirty="0">
              <a:solidFill>
                <a:schemeClr val="lt1"/>
              </a:solidFill>
            </a:endParaRPr>
          </a:p>
          <a:p>
            <a:pPr marL="285750" indent="-285750" algn="just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b="1" i="1" noProof="0" dirty="0">
                <a:solidFill>
                  <a:schemeClr val="lt1"/>
                </a:solidFill>
              </a:rPr>
              <a:t>Proposition de valeur : </a:t>
            </a:r>
            <a:r>
              <a:rPr lang="fr-FR" i="1" noProof="0" dirty="0">
                <a:solidFill>
                  <a:schemeClr val="lt1"/>
                </a:solidFill>
              </a:rPr>
              <a:t>une expérience premium conciliant profondeur stratégique, narration immersive et accessibilité moderne.</a:t>
            </a:r>
          </a:p>
          <a:p>
            <a:pPr marL="285750" indent="-285750" algn="just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i="1" noProof="0" dirty="0">
              <a:solidFill>
                <a:schemeClr val="lt1"/>
              </a:solidFill>
            </a:endParaRPr>
          </a:p>
          <a:p>
            <a:pPr marL="285750" indent="-285750" algn="just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b="1" i="1" noProof="0" dirty="0">
                <a:solidFill>
                  <a:schemeClr val="lt1"/>
                </a:solidFill>
              </a:rPr>
              <a:t>Gameplay Loop </a:t>
            </a:r>
            <a:r>
              <a:rPr lang="fr-FR" i="1" noProof="0" dirty="0">
                <a:solidFill>
                  <a:schemeClr val="lt1"/>
                </a:solidFill>
              </a:rPr>
              <a:t>: Explorer → Collecter des indices → Croiser les informations → Résoudre → Débloquer la suite de l’histoire.</a:t>
            </a:r>
          </a:p>
          <a:p>
            <a:pPr marL="285750" indent="-285750" algn="just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b="1" i="1" noProof="0" dirty="0">
                <a:solidFill>
                  <a:schemeClr val="lt1"/>
                </a:solidFill>
              </a:rPr>
              <a:t>Expérience par plateforme</a:t>
            </a:r>
          </a:p>
          <a:p>
            <a:pPr marL="285750" lvl="4" indent="-285750" algn="just">
              <a:lnSpc>
                <a:spcPct val="200000"/>
              </a:lnSpc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fr-FR" i="1" noProof="0" dirty="0">
                <a:solidFill>
                  <a:schemeClr val="lt1"/>
                </a:solidFill>
              </a:rPr>
              <a:t>PC : expérience principale immersive.</a:t>
            </a:r>
          </a:p>
          <a:p>
            <a:pPr marL="285750" indent="-285750" algn="just">
              <a:lnSpc>
                <a:spcPct val="200000"/>
              </a:lnSpc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fr-FR" i="1" noProof="0" dirty="0">
                <a:solidFill>
                  <a:schemeClr val="lt1"/>
                </a:solidFill>
              </a:rPr>
              <a:t>Mobile : compagnon de progression et interactions rapides.</a:t>
            </a:r>
          </a:p>
        </p:txBody>
      </p:sp>
    </p:spTree>
    <p:extLst>
      <p:ext uri="{BB962C8B-B14F-4D97-AF65-F5344CB8AC3E}">
        <p14:creationId xmlns:p14="http://schemas.microsoft.com/office/powerpoint/2010/main" val="41706136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1">
          <a:extLst>
            <a:ext uri="{FF2B5EF4-FFF2-40B4-BE49-F238E27FC236}">
              <a16:creationId xmlns:a16="http://schemas.microsoft.com/office/drawing/2014/main" id="{89CE7F46-4465-2D6E-03A7-6B47B1D6A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2" name="Google Shape;2362;p16">
            <a:extLst>
              <a:ext uri="{FF2B5EF4-FFF2-40B4-BE49-F238E27FC236}">
                <a16:creationId xmlns:a16="http://schemas.microsoft.com/office/drawing/2014/main" id="{F5783208-ADEE-5548-FB1B-495A0D0B07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fr-FR" b="1" noProof="0" dirty="0"/>
              <a:t>Project </a:t>
            </a:r>
            <a:r>
              <a:rPr lang="fr-FR" b="1" noProof="0" dirty="0" err="1"/>
              <a:t>Cipher</a:t>
            </a:r>
            <a:endParaRPr lang="fr-FR" b="1" noProof="0" dirty="0"/>
          </a:p>
        </p:txBody>
      </p:sp>
      <p:sp>
        <p:nvSpPr>
          <p:cNvPr id="2363" name="Google Shape;2363;p16">
            <a:extLst>
              <a:ext uri="{FF2B5EF4-FFF2-40B4-BE49-F238E27FC236}">
                <a16:creationId xmlns:a16="http://schemas.microsoft.com/office/drawing/2014/main" id="{30908D51-C72A-EA87-E95D-664C1D680845}"/>
              </a:ext>
            </a:extLst>
          </p:cNvPr>
          <p:cNvSpPr txBox="1"/>
          <p:nvPr/>
        </p:nvSpPr>
        <p:spPr>
          <a:xfrm>
            <a:off x="2163548" y="1505050"/>
            <a:ext cx="6700365" cy="14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just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b="1" i="1" noProof="0" dirty="0">
                <a:solidFill>
                  <a:schemeClr val="lt1"/>
                </a:solidFill>
              </a:rPr>
              <a:t>Segment cible </a:t>
            </a:r>
            <a:r>
              <a:rPr lang="fr-FR" i="1" noProof="0" dirty="0">
                <a:solidFill>
                  <a:schemeClr val="lt1"/>
                </a:solidFill>
              </a:rPr>
              <a:t>: 25-40 ans, joueurs PC/console recherchant réflexion, narration et progression flexible.</a:t>
            </a:r>
          </a:p>
          <a:p>
            <a:pPr marL="285750" indent="-285750" algn="just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i="1" noProof="0" dirty="0">
              <a:solidFill>
                <a:schemeClr val="lt1"/>
              </a:solidFill>
            </a:endParaRPr>
          </a:p>
          <a:p>
            <a:pPr marL="285750" indent="-285750" algn="just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b="1" i="1" noProof="0" dirty="0">
                <a:solidFill>
                  <a:schemeClr val="lt1"/>
                </a:solidFill>
              </a:rPr>
              <a:t>Business model : </a:t>
            </a:r>
            <a:r>
              <a:rPr lang="fr-FR" i="1" noProof="0" dirty="0">
                <a:solidFill>
                  <a:schemeClr val="lt1"/>
                </a:solidFill>
              </a:rPr>
              <a:t>Jeu premium 49,99€ / Extensions narratives payantes / Événements communautaires gratuits.</a:t>
            </a:r>
          </a:p>
          <a:p>
            <a:pPr algn="just">
              <a:buClr>
                <a:schemeClr val="bg1"/>
              </a:buClr>
            </a:pPr>
            <a:endParaRPr lang="fr-FR" i="1" noProof="0" dirty="0">
              <a:solidFill>
                <a:schemeClr val="lt1"/>
              </a:solidFill>
            </a:endParaRPr>
          </a:p>
          <a:p>
            <a:pPr marL="285750" indent="-285750" algn="just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b="1" i="1" noProof="0" dirty="0">
                <a:solidFill>
                  <a:schemeClr val="lt1"/>
                </a:solidFill>
              </a:rPr>
              <a:t>Prévision des ventes </a:t>
            </a:r>
            <a:r>
              <a:rPr lang="fr-FR" i="1" noProof="0" dirty="0">
                <a:solidFill>
                  <a:schemeClr val="lt1"/>
                </a:solidFill>
              </a:rPr>
              <a:t>: Scénario prudent : 1 million. Scénario central : 2 millions. Scénario ambitieux : 3 millions+.</a:t>
            </a:r>
          </a:p>
          <a:p>
            <a:pPr marL="285750" indent="-285750" algn="just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b="1" i="1" noProof="0" dirty="0">
                <a:solidFill>
                  <a:schemeClr val="lt1"/>
                </a:solidFill>
              </a:rPr>
              <a:t>Roadmap</a:t>
            </a:r>
          </a:p>
          <a:p>
            <a:pPr marL="285750" lvl="4" indent="-285750" algn="just">
              <a:lnSpc>
                <a:spcPct val="200000"/>
              </a:lnSpc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fr-FR" i="1" noProof="0" dirty="0">
                <a:solidFill>
                  <a:schemeClr val="lt1"/>
                </a:solidFill>
              </a:rPr>
              <a:t>PC : expérience principale immersive.</a:t>
            </a:r>
          </a:p>
          <a:p>
            <a:pPr marL="285750" indent="-285750" algn="just">
              <a:lnSpc>
                <a:spcPct val="200000"/>
              </a:lnSpc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fr-FR" i="1" noProof="0" dirty="0">
                <a:solidFill>
                  <a:schemeClr val="lt1"/>
                </a:solidFill>
              </a:rPr>
              <a:t>Mobile : compagnon de progression et interactions rapides.</a:t>
            </a:r>
          </a:p>
        </p:txBody>
      </p:sp>
    </p:spTree>
    <p:extLst>
      <p:ext uri="{BB962C8B-B14F-4D97-AF65-F5344CB8AC3E}">
        <p14:creationId xmlns:p14="http://schemas.microsoft.com/office/powerpoint/2010/main" val="3421164838"/>
      </p:ext>
    </p:extLst>
  </p:cSld>
  <p:clrMapOvr>
    <a:masterClrMapping/>
  </p:clrMapOvr>
</p:sld>
</file>

<file path=ppt/theme/theme1.xml><?xml version="1.0" encoding="utf-8"?>
<a:theme xmlns:a="http://schemas.openxmlformats.org/drawingml/2006/main" name="Big Data Science Consulting Toolkit by Slidesgo">
  <a:themeElements>
    <a:clrScheme name="Simple Light">
      <a:dk1>
        <a:srgbClr val="351C75"/>
      </a:dk1>
      <a:lt1>
        <a:srgbClr val="FFFFFF"/>
      </a:lt1>
      <a:dk2>
        <a:srgbClr val="674EA7"/>
      </a:dk2>
      <a:lt2>
        <a:srgbClr val="FFFFFF"/>
      </a:lt2>
      <a:accent1>
        <a:srgbClr val="00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2164862-F36E-45FC-BC02-067E240AAED6}">
  <we:reference id="f5f369e5-aa35-49d7-ad7b-638152ddb008" version="1.0.0.1" store="EXCatalog" storeType="EXCatalog"/>
  <we:alternateReferences>
    <we:reference id="WA200010001" version="1.0.0.1" store="fr-FR" storeType="OMEX"/>
  </we:alternateReferences>
  <we:properties>
    <we:property name="claude.fileId" value="&quot;641f145f-c9a4-4dd4-b2fd-eaed9672f51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978</TotalTime>
  <Words>797</Words>
  <Application>Microsoft Office PowerPoint</Application>
  <PresentationFormat>Affichage à l'écran (16:9)</PresentationFormat>
  <Paragraphs>213</Paragraphs>
  <Slides>23</Slides>
  <Notes>23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31" baseType="lpstr">
      <vt:lpstr>Space Grotesk</vt:lpstr>
      <vt:lpstr>Courier New</vt:lpstr>
      <vt:lpstr>Montserrat</vt:lpstr>
      <vt:lpstr>Space Grotesk Light</vt:lpstr>
      <vt:lpstr>Dosis</vt:lpstr>
      <vt:lpstr>Arial</vt:lpstr>
      <vt:lpstr>Space Grotesk Medium</vt:lpstr>
      <vt:lpstr>Big Data Science Consulting Toolkit by Slidesgo</vt:lpstr>
      <vt:lpstr>Project Cipher Premier jeu AAA de UOI Games</vt:lpstr>
      <vt:lpstr>Sommaire</vt:lpstr>
      <vt:lpstr>Le contexte</vt:lpstr>
      <vt:lpstr>Jeux vidéos AAA</vt:lpstr>
      <vt:lpstr>La matrice SWOT</vt:lpstr>
      <vt:lpstr>Matrice SWOT</vt:lpstr>
      <vt:lpstr>Environnemental</vt:lpstr>
      <vt:lpstr>Analyses des tendances actuelles</vt:lpstr>
      <vt:lpstr>Tendances actuelles</vt:lpstr>
      <vt:lpstr>Les futures tendances et perspectives</vt:lpstr>
      <vt:lpstr>Tendances futures</vt:lpstr>
      <vt:lpstr>Analyses du ou des segment(s)</vt:lpstr>
      <vt:lpstr>Analyses des segments*</vt:lpstr>
      <vt:lpstr>Ventes des segments</vt:lpstr>
      <vt:lpstr>Retours de sondage</vt:lpstr>
      <vt:lpstr>Retours de sondage</vt:lpstr>
      <vt:lpstr>Résultats et corrélations (1/2) </vt:lpstr>
      <vt:lpstr>Résultats et corrélations (2/2) </vt:lpstr>
      <vt:lpstr>Recommandations stratégiques</vt:lpstr>
      <vt:lpstr>Recommandations</vt:lpstr>
      <vt:lpstr>Nouveau jeu AAA Project Cipher</vt:lpstr>
      <vt:lpstr>Project Cipher</vt:lpstr>
      <vt:lpstr>Project Cipher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Jeremy</dc:creator>
  <cp:lastModifiedBy>DUEZ François</cp:lastModifiedBy>
  <cp:revision>16</cp:revision>
  <dcterms:modified xsi:type="dcterms:W3CDTF">2026-04-28T15:23:15Z</dcterms:modified>
</cp:coreProperties>
</file>